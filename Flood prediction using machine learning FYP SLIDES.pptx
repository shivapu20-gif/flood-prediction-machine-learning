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8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1A35DA-084A-40C6-847B-08EB5F88DFD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52C9E2-3ACF-4E0F-B7E2-4407AC8F9546}">
      <dgm:prSet/>
      <dgm:spPr/>
      <dgm:t>
        <a:bodyPr/>
        <a:lstStyle/>
        <a:p>
          <a:r>
            <a:rPr lang="en-TZ"/>
            <a:t>Data Completeness</a:t>
          </a:r>
          <a:r>
            <a:rPr lang="en-US"/>
            <a:t>.</a:t>
          </a:r>
        </a:p>
      </dgm:t>
    </dgm:pt>
    <dgm:pt modelId="{E282F660-0F88-4ED4-9CFE-73BC4DA02326}" type="parTrans" cxnId="{2914CE99-5975-4A78-AD2E-B8C7133F249D}">
      <dgm:prSet/>
      <dgm:spPr/>
      <dgm:t>
        <a:bodyPr/>
        <a:lstStyle/>
        <a:p>
          <a:endParaRPr lang="en-US"/>
        </a:p>
      </dgm:t>
    </dgm:pt>
    <dgm:pt modelId="{621FD8ED-4037-4F61-9CED-178FFADF4A35}" type="sibTrans" cxnId="{2914CE99-5975-4A78-AD2E-B8C7133F249D}">
      <dgm:prSet/>
      <dgm:spPr/>
      <dgm:t>
        <a:bodyPr/>
        <a:lstStyle/>
        <a:p>
          <a:endParaRPr lang="en-US"/>
        </a:p>
      </dgm:t>
    </dgm:pt>
    <dgm:pt modelId="{A1188612-AEDD-4CED-BE70-5A0BE85427F6}">
      <dgm:prSet/>
      <dgm:spPr/>
      <dgm:t>
        <a:bodyPr/>
        <a:lstStyle/>
        <a:p>
          <a:r>
            <a:rPr lang="en-TZ"/>
            <a:t>Data Distribution</a:t>
          </a:r>
          <a:r>
            <a:rPr lang="en-US"/>
            <a:t>.</a:t>
          </a:r>
        </a:p>
      </dgm:t>
    </dgm:pt>
    <dgm:pt modelId="{CF285E04-133A-457D-89F4-C0C25891E043}" type="parTrans" cxnId="{FDD7F179-0355-48A9-A98E-E58B8D6334AD}">
      <dgm:prSet/>
      <dgm:spPr/>
      <dgm:t>
        <a:bodyPr/>
        <a:lstStyle/>
        <a:p>
          <a:endParaRPr lang="en-US"/>
        </a:p>
      </dgm:t>
    </dgm:pt>
    <dgm:pt modelId="{5F8FC153-D562-4AA4-AD58-1624050F2DCA}" type="sibTrans" cxnId="{FDD7F179-0355-48A9-A98E-E58B8D6334AD}">
      <dgm:prSet/>
      <dgm:spPr/>
      <dgm:t>
        <a:bodyPr/>
        <a:lstStyle/>
        <a:p>
          <a:endParaRPr lang="en-US"/>
        </a:p>
      </dgm:t>
    </dgm:pt>
    <dgm:pt modelId="{F07EAE4E-F9F4-4DBC-B19A-D671680E260F}">
      <dgm:prSet/>
      <dgm:spPr/>
      <dgm:t>
        <a:bodyPr/>
        <a:lstStyle/>
        <a:p>
          <a:r>
            <a:rPr lang="en-US"/>
            <a:t>Correlation analysis.</a:t>
          </a:r>
        </a:p>
      </dgm:t>
    </dgm:pt>
    <dgm:pt modelId="{065BB4A7-08B6-40F1-AB15-EC88784045AD}" type="parTrans" cxnId="{A3423812-03A5-4F61-9A0B-711E659C0C8B}">
      <dgm:prSet/>
      <dgm:spPr/>
      <dgm:t>
        <a:bodyPr/>
        <a:lstStyle/>
        <a:p>
          <a:endParaRPr lang="en-US"/>
        </a:p>
      </dgm:t>
    </dgm:pt>
    <dgm:pt modelId="{69A7F2EC-31CD-4E5D-87F1-AFC66EAEE7E9}" type="sibTrans" cxnId="{A3423812-03A5-4F61-9A0B-711E659C0C8B}">
      <dgm:prSet/>
      <dgm:spPr/>
      <dgm:t>
        <a:bodyPr/>
        <a:lstStyle/>
        <a:p>
          <a:endParaRPr lang="en-US"/>
        </a:p>
      </dgm:t>
    </dgm:pt>
    <dgm:pt modelId="{F8936093-6193-4842-88D2-7943071CA75E}">
      <dgm:prSet/>
      <dgm:spPr/>
      <dgm:t>
        <a:bodyPr/>
        <a:lstStyle/>
        <a:p>
          <a:r>
            <a:rPr lang="en-US"/>
            <a:t>Data transformation.</a:t>
          </a:r>
        </a:p>
      </dgm:t>
    </dgm:pt>
    <dgm:pt modelId="{D34BF267-A08D-4474-99B8-82BEA4B757B7}" type="parTrans" cxnId="{BF8F293E-DFB2-4DC4-9168-F245829FABCB}">
      <dgm:prSet/>
      <dgm:spPr/>
      <dgm:t>
        <a:bodyPr/>
        <a:lstStyle/>
        <a:p>
          <a:endParaRPr lang="en-US"/>
        </a:p>
      </dgm:t>
    </dgm:pt>
    <dgm:pt modelId="{5AC32C99-5B1E-4435-8BDE-48F398C15509}" type="sibTrans" cxnId="{BF8F293E-DFB2-4DC4-9168-F245829FABCB}">
      <dgm:prSet/>
      <dgm:spPr/>
      <dgm:t>
        <a:bodyPr/>
        <a:lstStyle/>
        <a:p>
          <a:endParaRPr lang="en-US"/>
        </a:p>
      </dgm:t>
    </dgm:pt>
    <dgm:pt modelId="{CDCA3F76-0A78-45D4-9E60-BCCD64ED2FA4}">
      <dgm:prSet/>
      <dgm:spPr/>
      <dgm:t>
        <a:bodyPr/>
        <a:lstStyle/>
        <a:p>
          <a:r>
            <a:rPr lang="en-US"/>
            <a:t>Feature Selection.</a:t>
          </a:r>
        </a:p>
      </dgm:t>
    </dgm:pt>
    <dgm:pt modelId="{84CBA658-A666-42AE-B0C3-DDCC5875B5F6}" type="parTrans" cxnId="{98AC1910-D556-4B6B-89FC-90A3340F7070}">
      <dgm:prSet/>
      <dgm:spPr/>
      <dgm:t>
        <a:bodyPr/>
        <a:lstStyle/>
        <a:p>
          <a:endParaRPr lang="en-US"/>
        </a:p>
      </dgm:t>
    </dgm:pt>
    <dgm:pt modelId="{B3B33494-4952-487E-94F2-C3E429556D56}" type="sibTrans" cxnId="{98AC1910-D556-4B6B-89FC-90A3340F7070}">
      <dgm:prSet/>
      <dgm:spPr/>
      <dgm:t>
        <a:bodyPr/>
        <a:lstStyle/>
        <a:p>
          <a:endParaRPr lang="en-US"/>
        </a:p>
      </dgm:t>
    </dgm:pt>
    <dgm:pt modelId="{0CCEA8B5-8EB7-4982-85EE-6DF337EBA83A}">
      <dgm:prSet/>
      <dgm:spPr/>
      <dgm:t>
        <a:bodyPr/>
        <a:lstStyle/>
        <a:p>
          <a:r>
            <a:rPr lang="en-US"/>
            <a:t>Model Performance.</a:t>
          </a:r>
        </a:p>
      </dgm:t>
    </dgm:pt>
    <dgm:pt modelId="{FE3D0D38-DE7D-492A-82D7-7376161EFEEA}" type="parTrans" cxnId="{91800A81-6BB0-435B-A211-1054F628E9A8}">
      <dgm:prSet/>
      <dgm:spPr/>
      <dgm:t>
        <a:bodyPr/>
        <a:lstStyle/>
        <a:p>
          <a:endParaRPr lang="en-US"/>
        </a:p>
      </dgm:t>
    </dgm:pt>
    <dgm:pt modelId="{713BAC6E-1562-4587-8B37-B3889AD2A07C}" type="sibTrans" cxnId="{91800A81-6BB0-435B-A211-1054F628E9A8}">
      <dgm:prSet/>
      <dgm:spPr/>
      <dgm:t>
        <a:bodyPr/>
        <a:lstStyle/>
        <a:p>
          <a:endParaRPr lang="en-US"/>
        </a:p>
      </dgm:t>
    </dgm:pt>
    <dgm:pt modelId="{76A3191D-8690-4B97-8CA4-88D64842722B}">
      <dgm:prSet/>
      <dgm:spPr/>
      <dgm:t>
        <a:bodyPr/>
        <a:lstStyle/>
        <a:p>
          <a:r>
            <a:rPr lang="en-US"/>
            <a:t>Visualization.</a:t>
          </a:r>
        </a:p>
      </dgm:t>
    </dgm:pt>
    <dgm:pt modelId="{5AAD259D-F5AD-416D-ADF4-6A8F788C0EBB}" type="parTrans" cxnId="{5CC1E153-3FFC-412E-AA7A-8A09EFA6FA01}">
      <dgm:prSet/>
      <dgm:spPr/>
      <dgm:t>
        <a:bodyPr/>
        <a:lstStyle/>
        <a:p>
          <a:endParaRPr lang="en-US"/>
        </a:p>
      </dgm:t>
    </dgm:pt>
    <dgm:pt modelId="{961732DA-43E8-43CD-87CB-2D32B8E4EE21}" type="sibTrans" cxnId="{5CC1E153-3FFC-412E-AA7A-8A09EFA6FA01}">
      <dgm:prSet/>
      <dgm:spPr/>
      <dgm:t>
        <a:bodyPr/>
        <a:lstStyle/>
        <a:p>
          <a:endParaRPr lang="en-US"/>
        </a:p>
      </dgm:t>
    </dgm:pt>
    <dgm:pt modelId="{63871026-B081-401E-81B6-82454947AA9E}" type="pres">
      <dgm:prSet presAssocID="{DE1A35DA-084A-40C6-847B-08EB5F88DFD3}" presName="vert0" presStyleCnt="0">
        <dgm:presLayoutVars>
          <dgm:dir/>
          <dgm:animOne val="branch"/>
          <dgm:animLvl val="lvl"/>
        </dgm:presLayoutVars>
      </dgm:prSet>
      <dgm:spPr/>
    </dgm:pt>
    <dgm:pt modelId="{3784FF66-8F4B-4B0E-8D85-1DFF8E69A46E}" type="pres">
      <dgm:prSet presAssocID="{E452C9E2-3ACF-4E0F-B7E2-4407AC8F9546}" presName="thickLine" presStyleLbl="alignNode1" presStyleIdx="0" presStyleCnt="7"/>
      <dgm:spPr/>
    </dgm:pt>
    <dgm:pt modelId="{CFA2EC89-2B7C-4B90-9BB9-F9BCC0E94A1A}" type="pres">
      <dgm:prSet presAssocID="{E452C9E2-3ACF-4E0F-B7E2-4407AC8F9546}" presName="horz1" presStyleCnt="0"/>
      <dgm:spPr/>
    </dgm:pt>
    <dgm:pt modelId="{1B086897-2B5F-4854-B2C4-7F5AE126FA5A}" type="pres">
      <dgm:prSet presAssocID="{E452C9E2-3ACF-4E0F-B7E2-4407AC8F9546}" presName="tx1" presStyleLbl="revTx" presStyleIdx="0" presStyleCnt="7"/>
      <dgm:spPr/>
    </dgm:pt>
    <dgm:pt modelId="{8C176AAC-6ACE-4CCB-A49A-0E10D1BD1101}" type="pres">
      <dgm:prSet presAssocID="{E452C9E2-3ACF-4E0F-B7E2-4407AC8F9546}" presName="vert1" presStyleCnt="0"/>
      <dgm:spPr/>
    </dgm:pt>
    <dgm:pt modelId="{82F98C12-FF9E-48B8-A78B-F48ED567C293}" type="pres">
      <dgm:prSet presAssocID="{A1188612-AEDD-4CED-BE70-5A0BE85427F6}" presName="thickLine" presStyleLbl="alignNode1" presStyleIdx="1" presStyleCnt="7"/>
      <dgm:spPr/>
    </dgm:pt>
    <dgm:pt modelId="{D799DCF1-40C9-4B4C-84DD-DC9B6BC17ACB}" type="pres">
      <dgm:prSet presAssocID="{A1188612-AEDD-4CED-BE70-5A0BE85427F6}" presName="horz1" presStyleCnt="0"/>
      <dgm:spPr/>
    </dgm:pt>
    <dgm:pt modelId="{37F8A723-7C8D-4E60-AEC6-B632C03F7B43}" type="pres">
      <dgm:prSet presAssocID="{A1188612-AEDD-4CED-BE70-5A0BE85427F6}" presName="tx1" presStyleLbl="revTx" presStyleIdx="1" presStyleCnt="7"/>
      <dgm:spPr/>
    </dgm:pt>
    <dgm:pt modelId="{9E1D822D-EBE1-419E-9DAD-AD4FCAAE067D}" type="pres">
      <dgm:prSet presAssocID="{A1188612-AEDD-4CED-BE70-5A0BE85427F6}" presName="vert1" presStyleCnt="0"/>
      <dgm:spPr/>
    </dgm:pt>
    <dgm:pt modelId="{909FFBCD-B3A9-4F1F-8417-4B6E2C70667B}" type="pres">
      <dgm:prSet presAssocID="{F07EAE4E-F9F4-4DBC-B19A-D671680E260F}" presName="thickLine" presStyleLbl="alignNode1" presStyleIdx="2" presStyleCnt="7"/>
      <dgm:spPr/>
    </dgm:pt>
    <dgm:pt modelId="{D35F2CB4-8947-47CB-A177-802609547877}" type="pres">
      <dgm:prSet presAssocID="{F07EAE4E-F9F4-4DBC-B19A-D671680E260F}" presName="horz1" presStyleCnt="0"/>
      <dgm:spPr/>
    </dgm:pt>
    <dgm:pt modelId="{EE72AF89-6DAE-4BBF-89AE-995541DF7037}" type="pres">
      <dgm:prSet presAssocID="{F07EAE4E-F9F4-4DBC-B19A-D671680E260F}" presName="tx1" presStyleLbl="revTx" presStyleIdx="2" presStyleCnt="7"/>
      <dgm:spPr/>
    </dgm:pt>
    <dgm:pt modelId="{3372791F-32B6-4B03-8DE0-E3909B08CA86}" type="pres">
      <dgm:prSet presAssocID="{F07EAE4E-F9F4-4DBC-B19A-D671680E260F}" presName="vert1" presStyleCnt="0"/>
      <dgm:spPr/>
    </dgm:pt>
    <dgm:pt modelId="{63CC8BB3-9707-4B08-A8E6-C71B3A153E64}" type="pres">
      <dgm:prSet presAssocID="{F8936093-6193-4842-88D2-7943071CA75E}" presName="thickLine" presStyleLbl="alignNode1" presStyleIdx="3" presStyleCnt="7"/>
      <dgm:spPr/>
    </dgm:pt>
    <dgm:pt modelId="{E624691B-D6B3-4B98-81F2-DA2500714C30}" type="pres">
      <dgm:prSet presAssocID="{F8936093-6193-4842-88D2-7943071CA75E}" presName="horz1" presStyleCnt="0"/>
      <dgm:spPr/>
    </dgm:pt>
    <dgm:pt modelId="{77EEC304-7DC1-4C74-AF28-925B53730DF9}" type="pres">
      <dgm:prSet presAssocID="{F8936093-6193-4842-88D2-7943071CA75E}" presName="tx1" presStyleLbl="revTx" presStyleIdx="3" presStyleCnt="7"/>
      <dgm:spPr/>
    </dgm:pt>
    <dgm:pt modelId="{5857F306-DE29-43CE-90A3-4B25FAC50DF1}" type="pres">
      <dgm:prSet presAssocID="{F8936093-6193-4842-88D2-7943071CA75E}" presName="vert1" presStyleCnt="0"/>
      <dgm:spPr/>
    </dgm:pt>
    <dgm:pt modelId="{E1204138-44EC-44EE-B6B5-7CF9A763819D}" type="pres">
      <dgm:prSet presAssocID="{CDCA3F76-0A78-45D4-9E60-BCCD64ED2FA4}" presName="thickLine" presStyleLbl="alignNode1" presStyleIdx="4" presStyleCnt="7"/>
      <dgm:spPr/>
    </dgm:pt>
    <dgm:pt modelId="{C6AE7D6A-7187-48C7-903F-DFB14F98B771}" type="pres">
      <dgm:prSet presAssocID="{CDCA3F76-0A78-45D4-9E60-BCCD64ED2FA4}" presName="horz1" presStyleCnt="0"/>
      <dgm:spPr/>
    </dgm:pt>
    <dgm:pt modelId="{89A6CC97-5D0B-47FB-B428-5FB1762ED5EA}" type="pres">
      <dgm:prSet presAssocID="{CDCA3F76-0A78-45D4-9E60-BCCD64ED2FA4}" presName="tx1" presStyleLbl="revTx" presStyleIdx="4" presStyleCnt="7"/>
      <dgm:spPr/>
    </dgm:pt>
    <dgm:pt modelId="{64767F0E-5C16-4470-B3B7-F00446B7B33A}" type="pres">
      <dgm:prSet presAssocID="{CDCA3F76-0A78-45D4-9E60-BCCD64ED2FA4}" presName="vert1" presStyleCnt="0"/>
      <dgm:spPr/>
    </dgm:pt>
    <dgm:pt modelId="{9C08BDBE-0197-4E0B-AA66-100FE74440F0}" type="pres">
      <dgm:prSet presAssocID="{0CCEA8B5-8EB7-4982-85EE-6DF337EBA83A}" presName="thickLine" presStyleLbl="alignNode1" presStyleIdx="5" presStyleCnt="7"/>
      <dgm:spPr/>
    </dgm:pt>
    <dgm:pt modelId="{7ED19B02-BEC8-41E8-8097-5773654B8F24}" type="pres">
      <dgm:prSet presAssocID="{0CCEA8B5-8EB7-4982-85EE-6DF337EBA83A}" presName="horz1" presStyleCnt="0"/>
      <dgm:spPr/>
    </dgm:pt>
    <dgm:pt modelId="{66D86BA3-71BB-4599-9393-3EA29F4B95E5}" type="pres">
      <dgm:prSet presAssocID="{0CCEA8B5-8EB7-4982-85EE-6DF337EBA83A}" presName="tx1" presStyleLbl="revTx" presStyleIdx="5" presStyleCnt="7"/>
      <dgm:spPr/>
    </dgm:pt>
    <dgm:pt modelId="{4C2AB341-E4C2-467D-920F-2EFB8490CC70}" type="pres">
      <dgm:prSet presAssocID="{0CCEA8B5-8EB7-4982-85EE-6DF337EBA83A}" presName="vert1" presStyleCnt="0"/>
      <dgm:spPr/>
    </dgm:pt>
    <dgm:pt modelId="{59A249B4-5D36-4B3D-A685-D534D2006F39}" type="pres">
      <dgm:prSet presAssocID="{76A3191D-8690-4B97-8CA4-88D64842722B}" presName="thickLine" presStyleLbl="alignNode1" presStyleIdx="6" presStyleCnt="7"/>
      <dgm:spPr/>
    </dgm:pt>
    <dgm:pt modelId="{8069CA72-0A0D-4171-8937-F88E68B6B28A}" type="pres">
      <dgm:prSet presAssocID="{76A3191D-8690-4B97-8CA4-88D64842722B}" presName="horz1" presStyleCnt="0"/>
      <dgm:spPr/>
    </dgm:pt>
    <dgm:pt modelId="{E77E8EA4-AEDE-4EC8-96A8-49FDDEE9C8F8}" type="pres">
      <dgm:prSet presAssocID="{76A3191D-8690-4B97-8CA4-88D64842722B}" presName="tx1" presStyleLbl="revTx" presStyleIdx="6" presStyleCnt="7"/>
      <dgm:spPr/>
    </dgm:pt>
    <dgm:pt modelId="{0DAC3EAE-4748-4D2F-9BE6-8E70426FCF8B}" type="pres">
      <dgm:prSet presAssocID="{76A3191D-8690-4B97-8CA4-88D64842722B}" presName="vert1" presStyleCnt="0"/>
      <dgm:spPr/>
    </dgm:pt>
  </dgm:ptLst>
  <dgm:cxnLst>
    <dgm:cxn modelId="{98AC1910-D556-4B6B-89FC-90A3340F7070}" srcId="{DE1A35DA-084A-40C6-847B-08EB5F88DFD3}" destId="{CDCA3F76-0A78-45D4-9E60-BCCD64ED2FA4}" srcOrd="4" destOrd="0" parTransId="{84CBA658-A666-42AE-B0C3-DDCC5875B5F6}" sibTransId="{B3B33494-4952-487E-94F2-C3E429556D56}"/>
    <dgm:cxn modelId="{A3423812-03A5-4F61-9A0B-711E659C0C8B}" srcId="{DE1A35DA-084A-40C6-847B-08EB5F88DFD3}" destId="{F07EAE4E-F9F4-4DBC-B19A-D671680E260F}" srcOrd="2" destOrd="0" parTransId="{065BB4A7-08B6-40F1-AB15-EC88784045AD}" sibTransId="{69A7F2EC-31CD-4E5D-87F1-AFC66EAEE7E9}"/>
    <dgm:cxn modelId="{4DDBC019-9FD7-4683-9316-24F4DB49DABC}" type="presOf" srcId="{F8936093-6193-4842-88D2-7943071CA75E}" destId="{77EEC304-7DC1-4C74-AF28-925B53730DF9}" srcOrd="0" destOrd="0" presId="urn:microsoft.com/office/officeart/2008/layout/LinedList"/>
    <dgm:cxn modelId="{FA821D2D-34AA-4E39-A284-445F060126CE}" type="presOf" srcId="{0CCEA8B5-8EB7-4982-85EE-6DF337EBA83A}" destId="{66D86BA3-71BB-4599-9393-3EA29F4B95E5}" srcOrd="0" destOrd="0" presId="urn:microsoft.com/office/officeart/2008/layout/LinedList"/>
    <dgm:cxn modelId="{BF8F293E-DFB2-4DC4-9168-F245829FABCB}" srcId="{DE1A35DA-084A-40C6-847B-08EB5F88DFD3}" destId="{F8936093-6193-4842-88D2-7943071CA75E}" srcOrd="3" destOrd="0" parTransId="{D34BF267-A08D-4474-99B8-82BEA4B757B7}" sibTransId="{5AC32C99-5B1E-4435-8BDE-48F398C15509}"/>
    <dgm:cxn modelId="{5CC1E153-3FFC-412E-AA7A-8A09EFA6FA01}" srcId="{DE1A35DA-084A-40C6-847B-08EB5F88DFD3}" destId="{76A3191D-8690-4B97-8CA4-88D64842722B}" srcOrd="6" destOrd="0" parTransId="{5AAD259D-F5AD-416D-ADF4-6A8F788C0EBB}" sibTransId="{961732DA-43E8-43CD-87CB-2D32B8E4EE21}"/>
    <dgm:cxn modelId="{5390FB55-30F9-4B07-89C8-633B94364F93}" type="presOf" srcId="{CDCA3F76-0A78-45D4-9E60-BCCD64ED2FA4}" destId="{89A6CC97-5D0B-47FB-B428-5FB1762ED5EA}" srcOrd="0" destOrd="0" presId="urn:microsoft.com/office/officeart/2008/layout/LinedList"/>
    <dgm:cxn modelId="{00553D57-F6FF-4C09-9DC9-9562219640CF}" type="presOf" srcId="{F07EAE4E-F9F4-4DBC-B19A-D671680E260F}" destId="{EE72AF89-6DAE-4BBF-89AE-995541DF7037}" srcOrd="0" destOrd="0" presId="urn:microsoft.com/office/officeart/2008/layout/LinedList"/>
    <dgm:cxn modelId="{FDD7F179-0355-48A9-A98E-E58B8D6334AD}" srcId="{DE1A35DA-084A-40C6-847B-08EB5F88DFD3}" destId="{A1188612-AEDD-4CED-BE70-5A0BE85427F6}" srcOrd="1" destOrd="0" parTransId="{CF285E04-133A-457D-89F4-C0C25891E043}" sibTransId="{5F8FC153-D562-4AA4-AD58-1624050F2DCA}"/>
    <dgm:cxn modelId="{8D23567C-6A77-4A56-9AEF-F4946A361FA8}" type="presOf" srcId="{DE1A35DA-084A-40C6-847B-08EB5F88DFD3}" destId="{63871026-B081-401E-81B6-82454947AA9E}" srcOrd="0" destOrd="0" presId="urn:microsoft.com/office/officeart/2008/layout/LinedList"/>
    <dgm:cxn modelId="{91800A81-6BB0-435B-A211-1054F628E9A8}" srcId="{DE1A35DA-084A-40C6-847B-08EB5F88DFD3}" destId="{0CCEA8B5-8EB7-4982-85EE-6DF337EBA83A}" srcOrd="5" destOrd="0" parTransId="{FE3D0D38-DE7D-492A-82D7-7376161EFEEA}" sibTransId="{713BAC6E-1562-4587-8B37-B3889AD2A07C}"/>
    <dgm:cxn modelId="{0606F18D-A132-4563-8987-60FBDAA08523}" type="presOf" srcId="{A1188612-AEDD-4CED-BE70-5A0BE85427F6}" destId="{37F8A723-7C8D-4E60-AEC6-B632C03F7B43}" srcOrd="0" destOrd="0" presId="urn:microsoft.com/office/officeart/2008/layout/LinedList"/>
    <dgm:cxn modelId="{2914CE99-5975-4A78-AD2E-B8C7133F249D}" srcId="{DE1A35DA-084A-40C6-847B-08EB5F88DFD3}" destId="{E452C9E2-3ACF-4E0F-B7E2-4407AC8F9546}" srcOrd="0" destOrd="0" parTransId="{E282F660-0F88-4ED4-9CFE-73BC4DA02326}" sibTransId="{621FD8ED-4037-4F61-9CED-178FFADF4A35}"/>
    <dgm:cxn modelId="{5DE6E7D6-5127-4F86-837E-D31E93FD6ABC}" type="presOf" srcId="{E452C9E2-3ACF-4E0F-B7E2-4407AC8F9546}" destId="{1B086897-2B5F-4854-B2C4-7F5AE126FA5A}" srcOrd="0" destOrd="0" presId="urn:microsoft.com/office/officeart/2008/layout/LinedList"/>
    <dgm:cxn modelId="{780CC5EC-B7E1-49D1-A723-EFA83F016515}" type="presOf" srcId="{76A3191D-8690-4B97-8CA4-88D64842722B}" destId="{E77E8EA4-AEDE-4EC8-96A8-49FDDEE9C8F8}" srcOrd="0" destOrd="0" presId="urn:microsoft.com/office/officeart/2008/layout/LinedList"/>
    <dgm:cxn modelId="{FAD33ECC-AE5F-44F9-A195-D16A5299F813}" type="presParOf" srcId="{63871026-B081-401E-81B6-82454947AA9E}" destId="{3784FF66-8F4B-4B0E-8D85-1DFF8E69A46E}" srcOrd="0" destOrd="0" presId="urn:microsoft.com/office/officeart/2008/layout/LinedList"/>
    <dgm:cxn modelId="{E87EF66F-AD5C-48E2-A46F-536288009949}" type="presParOf" srcId="{63871026-B081-401E-81B6-82454947AA9E}" destId="{CFA2EC89-2B7C-4B90-9BB9-F9BCC0E94A1A}" srcOrd="1" destOrd="0" presId="urn:microsoft.com/office/officeart/2008/layout/LinedList"/>
    <dgm:cxn modelId="{3951509B-A6BB-4A32-B839-4BF15F5E7766}" type="presParOf" srcId="{CFA2EC89-2B7C-4B90-9BB9-F9BCC0E94A1A}" destId="{1B086897-2B5F-4854-B2C4-7F5AE126FA5A}" srcOrd="0" destOrd="0" presId="urn:microsoft.com/office/officeart/2008/layout/LinedList"/>
    <dgm:cxn modelId="{0225FA97-9564-43BC-ADE2-139FFB6DD77A}" type="presParOf" srcId="{CFA2EC89-2B7C-4B90-9BB9-F9BCC0E94A1A}" destId="{8C176AAC-6ACE-4CCB-A49A-0E10D1BD1101}" srcOrd="1" destOrd="0" presId="urn:microsoft.com/office/officeart/2008/layout/LinedList"/>
    <dgm:cxn modelId="{8554C52B-A891-4365-93D2-C4AD5B801B27}" type="presParOf" srcId="{63871026-B081-401E-81B6-82454947AA9E}" destId="{82F98C12-FF9E-48B8-A78B-F48ED567C293}" srcOrd="2" destOrd="0" presId="urn:microsoft.com/office/officeart/2008/layout/LinedList"/>
    <dgm:cxn modelId="{B3390C2D-D20B-4FBF-974B-1BF92F49883F}" type="presParOf" srcId="{63871026-B081-401E-81B6-82454947AA9E}" destId="{D799DCF1-40C9-4B4C-84DD-DC9B6BC17ACB}" srcOrd="3" destOrd="0" presId="urn:microsoft.com/office/officeart/2008/layout/LinedList"/>
    <dgm:cxn modelId="{745C09B8-5D88-4BB3-BCA5-316CF3594E10}" type="presParOf" srcId="{D799DCF1-40C9-4B4C-84DD-DC9B6BC17ACB}" destId="{37F8A723-7C8D-4E60-AEC6-B632C03F7B43}" srcOrd="0" destOrd="0" presId="urn:microsoft.com/office/officeart/2008/layout/LinedList"/>
    <dgm:cxn modelId="{8F09202F-F9E7-4994-8C74-38B2A3CE27AF}" type="presParOf" srcId="{D799DCF1-40C9-4B4C-84DD-DC9B6BC17ACB}" destId="{9E1D822D-EBE1-419E-9DAD-AD4FCAAE067D}" srcOrd="1" destOrd="0" presId="urn:microsoft.com/office/officeart/2008/layout/LinedList"/>
    <dgm:cxn modelId="{C8C86B3D-EDA7-4809-91CA-43C3ED2F643B}" type="presParOf" srcId="{63871026-B081-401E-81B6-82454947AA9E}" destId="{909FFBCD-B3A9-4F1F-8417-4B6E2C70667B}" srcOrd="4" destOrd="0" presId="urn:microsoft.com/office/officeart/2008/layout/LinedList"/>
    <dgm:cxn modelId="{DBC6CC4F-616F-47A9-8027-71BA18F631B3}" type="presParOf" srcId="{63871026-B081-401E-81B6-82454947AA9E}" destId="{D35F2CB4-8947-47CB-A177-802609547877}" srcOrd="5" destOrd="0" presId="urn:microsoft.com/office/officeart/2008/layout/LinedList"/>
    <dgm:cxn modelId="{D0DBC35B-B1F0-4011-A2A7-A909F59A3170}" type="presParOf" srcId="{D35F2CB4-8947-47CB-A177-802609547877}" destId="{EE72AF89-6DAE-4BBF-89AE-995541DF7037}" srcOrd="0" destOrd="0" presId="urn:microsoft.com/office/officeart/2008/layout/LinedList"/>
    <dgm:cxn modelId="{8DED2FA6-18BC-40B9-B2B4-F3AD1DBEED45}" type="presParOf" srcId="{D35F2CB4-8947-47CB-A177-802609547877}" destId="{3372791F-32B6-4B03-8DE0-E3909B08CA86}" srcOrd="1" destOrd="0" presId="urn:microsoft.com/office/officeart/2008/layout/LinedList"/>
    <dgm:cxn modelId="{5365B575-F817-435A-8FCF-93C7B3517BD8}" type="presParOf" srcId="{63871026-B081-401E-81B6-82454947AA9E}" destId="{63CC8BB3-9707-4B08-A8E6-C71B3A153E64}" srcOrd="6" destOrd="0" presId="urn:microsoft.com/office/officeart/2008/layout/LinedList"/>
    <dgm:cxn modelId="{537E58ED-CAE7-443F-BB7D-5A4CD23C4997}" type="presParOf" srcId="{63871026-B081-401E-81B6-82454947AA9E}" destId="{E624691B-D6B3-4B98-81F2-DA2500714C30}" srcOrd="7" destOrd="0" presId="urn:microsoft.com/office/officeart/2008/layout/LinedList"/>
    <dgm:cxn modelId="{56508D0E-CEF6-4E69-BE9F-0D3106EA4CAE}" type="presParOf" srcId="{E624691B-D6B3-4B98-81F2-DA2500714C30}" destId="{77EEC304-7DC1-4C74-AF28-925B53730DF9}" srcOrd="0" destOrd="0" presId="urn:microsoft.com/office/officeart/2008/layout/LinedList"/>
    <dgm:cxn modelId="{7AEAD12B-D52F-4EB7-AC2A-459A36696170}" type="presParOf" srcId="{E624691B-D6B3-4B98-81F2-DA2500714C30}" destId="{5857F306-DE29-43CE-90A3-4B25FAC50DF1}" srcOrd="1" destOrd="0" presId="urn:microsoft.com/office/officeart/2008/layout/LinedList"/>
    <dgm:cxn modelId="{83B68837-549B-4FE9-AB25-43F254AF5EA3}" type="presParOf" srcId="{63871026-B081-401E-81B6-82454947AA9E}" destId="{E1204138-44EC-44EE-B6B5-7CF9A763819D}" srcOrd="8" destOrd="0" presId="urn:microsoft.com/office/officeart/2008/layout/LinedList"/>
    <dgm:cxn modelId="{3C47BBC9-A886-4EB5-B94F-5EEE17D3DBF4}" type="presParOf" srcId="{63871026-B081-401E-81B6-82454947AA9E}" destId="{C6AE7D6A-7187-48C7-903F-DFB14F98B771}" srcOrd="9" destOrd="0" presId="urn:microsoft.com/office/officeart/2008/layout/LinedList"/>
    <dgm:cxn modelId="{6A18DE9B-2A08-49DE-A57E-85F6E956EC61}" type="presParOf" srcId="{C6AE7D6A-7187-48C7-903F-DFB14F98B771}" destId="{89A6CC97-5D0B-47FB-B428-5FB1762ED5EA}" srcOrd="0" destOrd="0" presId="urn:microsoft.com/office/officeart/2008/layout/LinedList"/>
    <dgm:cxn modelId="{5287FED9-C41E-45C3-B48E-5DD2574FB954}" type="presParOf" srcId="{C6AE7D6A-7187-48C7-903F-DFB14F98B771}" destId="{64767F0E-5C16-4470-B3B7-F00446B7B33A}" srcOrd="1" destOrd="0" presId="urn:microsoft.com/office/officeart/2008/layout/LinedList"/>
    <dgm:cxn modelId="{08457181-35BF-4C4F-8218-048D81B7BD91}" type="presParOf" srcId="{63871026-B081-401E-81B6-82454947AA9E}" destId="{9C08BDBE-0197-4E0B-AA66-100FE74440F0}" srcOrd="10" destOrd="0" presId="urn:microsoft.com/office/officeart/2008/layout/LinedList"/>
    <dgm:cxn modelId="{A22CAEAC-BCFD-4E06-8981-802D388B7C1C}" type="presParOf" srcId="{63871026-B081-401E-81B6-82454947AA9E}" destId="{7ED19B02-BEC8-41E8-8097-5773654B8F24}" srcOrd="11" destOrd="0" presId="urn:microsoft.com/office/officeart/2008/layout/LinedList"/>
    <dgm:cxn modelId="{B03BAC4A-A398-46CE-8350-CD109F7B71C8}" type="presParOf" srcId="{7ED19B02-BEC8-41E8-8097-5773654B8F24}" destId="{66D86BA3-71BB-4599-9393-3EA29F4B95E5}" srcOrd="0" destOrd="0" presId="urn:microsoft.com/office/officeart/2008/layout/LinedList"/>
    <dgm:cxn modelId="{BA65EAB0-2F96-4287-ADE9-F7E5D9C829EF}" type="presParOf" srcId="{7ED19B02-BEC8-41E8-8097-5773654B8F24}" destId="{4C2AB341-E4C2-467D-920F-2EFB8490CC70}" srcOrd="1" destOrd="0" presId="urn:microsoft.com/office/officeart/2008/layout/LinedList"/>
    <dgm:cxn modelId="{1E6E053C-B5EB-49EF-91C5-8EE80E3946FE}" type="presParOf" srcId="{63871026-B081-401E-81B6-82454947AA9E}" destId="{59A249B4-5D36-4B3D-A685-D534D2006F39}" srcOrd="12" destOrd="0" presId="urn:microsoft.com/office/officeart/2008/layout/LinedList"/>
    <dgm:cxn modelId="{5D76E19B-CE2D-4FB5-AAFB-77ED0E0C15DB}" type="presParOf" srcId="{63871026-B081-401E-81B6-82454947AA9E}" destId="{8069CA72-0A0D-4171-8937-F88E68B6B28A}" srcOrd="13" destOrd="0" presId="urn:microsoft.com/office/officeart/2008/layout/LinedList"/>
    <dgm:cxn modelId="{0B79793B-80AC-417F-A384-FE0D22136716}" type="presParOf" srcId="{8069CA72-0A0D-4171-8937-F88E68B6B28A}" destId="{E77E8EA4-AEDE-4EC8-96A8-49FDDEE9C8F8}" srcOrd="0" destOrd="0" presId="urn:microsoft.com/office/officeart/2008/layout/LinedList"/>
    <dgm:cxn modelId="{609910C3-A9B4-4EDC-9453-76C6743ED280}" type="presParOf" srcId="{8069CA72-0A0D-4171-8937-F88E68B6B28A}" destId="{0DAC3EAE-4748-4D2F-9BE6-8E70426FCF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A4676E-2503-4CB0-AC4F-EB0438BBB5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7FFE0D-EF0F-4298-8F6F-556D7DFA43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Learned a lot of python programing.</a:t>
          </a:r>
        </a:p>
      </dgm:t>
    </dgm:pt>
    <dgm:pt modelId="{B1E59F61-6471-4244-B5A4-83F6F6E1B3C7}" type="parTrans" cxnId="{1F4B27D6-AB56-4497-A32C-A0F5F1E60EB0}">
      <dgm:prSet/>
      <dgm:spPr/>
      <dgm:t>
        <a:bodyPr/>
        <a:lstStyle/>
        <a:p>
          <a:endParaRPr lang="en-US"/>
        </a:p>
      </dgm:t>
    </dgm:pt>
    <dgm:pt modelId="{506856FA-A734-4D65-812E-171866844880}" type="sibTrans" cxnId="{1F4B27D6-AB56-4497-A32C-A0F5F1E60EB0}">
      <dgm:prSet/>
      <dgm:spPr/>
      <dgm:t>
        <a:bodyPr/>
        <a:lstStyle/>
        <a:p>
          <a:endParaRPr lang="en-US"/>
        </a:p>
      </dgm:t>
    </dgm:pt>
    <dgm:pt modelId="{AB088D56-E0F3-48ED-93F9-3873BBE88D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Learnt new machine learning techniques.</a:t>
          </a:r>
        </a:p>
      </dgm:t>
    </dgm:pt>
    <dgm:pt modelId="{741FFBE1-D7BB-4509-8DCE-60A3D5C371EC}" type="parTrans" cxnId="{A8903FB8-9708-4E95-A1A3-8F783E83F332}">
      <dgm:prSet/>
      <dgm:spPr/>
      <dgm:t>
        <a:bodyPr/>
        <a:lstStyle/>
        <a:p>
          <a:endParaRPr lang="en-US"/>
        </a:p>
      </dgm:t>
    </dgm:pt>
    <dgm:pt modelId="{13FE0D24-027C-4E3D-AE77-AD97E2BBD8FE}" type="sibTrans" cxnId="{A8903FB8-9708-4E95-A1A3-8F783E83F332}">
      <dgm:prSet/>
      <dgm:spPr/>
      <dgm:t>
        <a:bodyPr/>
        <a:lstStyle/>
        <a:p>
          <a:endParaRPr lang="en-US"/>
        </a:p>
      </dgm:t>
    </dgm:pt>
    <dgm:pt modelId="{529FF813-975D-4870-958C-330DBEFEB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Learnt a lot about Floods.</a:t>
          </a:r>
        </a:p>
      </dgm:t>
    </dgm:pt>
    <dgm:pt modelId="{665C0169-B016-4994-A048-629A406D616B}" type="parTrans" cxnId="{DA6BE783-AD1B-4805-B6F4-C25447AE658B}">
      <dgm:prSet/>
      <dgm:spPr/>
      <dgm:t>
        <a:bodyPr/>
        <a:lstStyle/>
        <a:p>
          <a:endParaRPr lang="en-US"/>
        </a:p>
      </dgm:t>
    </dgm:pt>
    <dgm:pt modelId="{37C850F0-4B46-46B5-BE58-2D3A30DA1A41}" type="sibTrans" cxnId="{DA6BE783-AD1B-4805-B6F4-C25447AE658B}">
      <dgm:prSet/>
      <dgm:spPr/>
      <dgm:t>
        <a:bodyPr/>
        <a:lstStyle/>
        <a:p>
          <a:endParaRPr lang="en-US"/>
        </a:p>
      </dgm:t>
    </dgm:pt>
    <dgm:pt modelId="{0EC30B75-2D79-4C3A-BE15-BA03E4987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Got used to the anaconda environment.</a:t>
          </a:r>
        </a:p>
      </dgm:t>
    </dgm:pt>
    <dgm:pt modelId="{11A033B8-B9EF-4C65-8B72-CBA1219DE7E0}" type="parTrans" cxnId="{62FB4DC3-ED9D-4975-A743-560702B16201}">
      <dgm:prSet/>
      <dgm:spPr/>
      <dgm:t>
        <a:bodyPr/>
        <a:lstStyle/>
        <a:p>
          <a:endParaRPr lang="en-US"/>
        </a:p>
      </dgm:t>
    </dgm:pt>
    <dgm:pt modelId="{807CF2F7-C5B2-4DC1-AEF3-B7B68712B9E6}" type="sibTrans" cxnId="{62FB4DC3-ED9D-4975-A743-560702B16201}">
      <dgm:prSet/>
      <dgm:spPr/>
      <dgm:t>
        <a:bodyPr/>
        <a:lstStyle/>
        <a:p>
          <a:endParaRPr lang="en-US"/>
        </a:p>
      </dgm:t>
    </dgm:pt>
    <dgm:pt modelId="{FA1D9D45-2307-4A9E-8D10-DFFBEAE9E22F}" type="pres">
      <dgm:prSet presAssocID="{C9A4676E-2503-4CB0-AC4F-EB0438BBB5B4}" presName="root" presStyleCnt="0">
        <dgm:presLayoutVars>
          <dgm:dir/>
          <dgm:resizeHandles val="exact"/>
        </dgm:presLayoutVars>
      </dgm:prSet>
      <dgm:spPr/>
    </dgm:pt>
    <dgm:pt modelId="{00DC7684-2753-43E5-9F37-5098C996EEF9}" type="pres">
      <dgm:prSet presAssocID="{537FFE0D-EF0F-4298-8F6F-556D7DFA43EF}" presName="compNode" presStyleCnt="0"/>
      <dgm:spPr/>
    </dgm:pt>
    <dgm:pt modelId="{979024DF-1F41-4764-8E8A-A6BBBE205359}" type="pres">
      <dgm:prSet presAssocID="{537FFE0D-EF0F-4298-8F6F-556D7DFA43EF}" presName="bgRect" presStyleLbl="bgShp" presStyleIdx="0" presStyleCnt="4"/>
      <dgm:spPr/>
    </dgm:pt>
    <dgm:pt modelId="{8479C0CB-DA9E-4FE5-90DD-6194575C90D6}" type="pres">
      <dgm:prSet presAssocID="{537FFE0D-EF0F-4298-8F6F-556D7DFA43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8B4E758-6DFA-4D6C-A0D4-96632C62AC37}" type="pres">
      <dgm:prSet presAssocID="{537FFE0D-EF0F-4298-8F6F-556D7DFA43EF}" presName="spaceRect" presStyleCnt="0"/>
      <dgm:spPr/>
    </dgm:pt>
    <dgm:pt modelId="{B352374B-D634-495C-937A-50B61DE0DF23}" type="pres">
      <dgm:prSet presAssocID="{537FFE0D-EF0F-4298-8F6F-556D7DFA43EF}" presName="parTx" presStyleLbl="revTx" presStyleIdx="0" presStyleCnt="4">
        <dgm:presLayoutVars>
          <dgm:chMax val="0"/>
          <dgm:chPref val="0"/>
        </dgm:presLayoutVars>
      </dgm:prSet>
      <dgm:spPr/>
    </dgm:pt>
    <dgm:pt modelId="{DD2E170F-F41F-42D4-936D-0C9909BFE6A3}" type="pres">
      <dgm:prSet presAssocID="{506856FA-A734-4D65-812E-171866844880}" presName="sibTrans" presStyleCnt="0"/>
      <dgm:spPr/>
    </dgm:pt>
    <dgm:pt modelId="{194EC2A3-0B45-435B-B79C-01E923810237}" type="pres">
      <dgm:prSet presAssocID="{AB088D56-E0F3-48ED-93F9-3873BBE88D04}" presName="compNode" presStyleCnt="0"/>
      <dgm:spPr/>
    </dgm:pt>
    <dgm:pt modelId="{1D42CF2F-E502-42BB-93D6-3653DAD024C4}" type="pres">
      <dgm:prSet presAssocID="{AB088D56-E0F3-48ED-93F9-3873BBE88D04}" presName="bgRect" presStyleLbl="bgShp" presStyleIdx="1" presStyleCnt="4"/>
      <dgm:spPr/>
    </dgm:pt>
    <dgm:pt modelId="{0183D439-6400-46ED-B078-79F4B77E492E}" type="pres">
      <dgm:prSet presAssocID="{AB088D56-E0F3-48ED-93F9-3873BBE88D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6DB34DF-8439-471C-B376-2B7872CC6168}" type="pres">
      <dgm:prSet presAssocID="{AB088D56-E0F3-48ED-93F9-3873BBE88D04}" presName="spaceRect" presStyleCnt="0"/>
      <dgm:spPr/>
    </dgm:pt>
    <dgm:pt modelId="{221DBF6B-37CF-4BDA-A9D7-EF01D526B481}" type="pres">
      <dgm:prSet presAssocID="{AB088D56-E0F3-48ED-93F9-3873BBE88D04}" presName="parTx" presStyleLbl="revTx" presStyleIdx="1" presStyleCnt="4">
        <dgm:presLayoutVars>
          <dgm:chMax val="0"/>
          <dgm:chPref val="0"/>
        </dgm:presLayoutVars>
      </dgm:prSet>
      <dgm:spPr/>
    </dgm:pt>
    <dgm:pt modelId="{63E8A926-480B-42C5-BCBB-37CA6628690A}" type="pres">
      <dgm:prSet presAssocID="{13FE0D24-027C-4E3D-AE77-AD97E2BBD8FE}" presName="sibTrans" presStyleCnt="0"/>
      <dgm:spPr/>
    </dgm:pt>
    <dgm:pt modelId="{0EE5FC84-2DF6-4730-9516-25BFB1658714}" type="pres">
      <dgm:prSet presAssocID="{529FF813-975D-4870-958C-330DBEFEB09E}" presName="compNode" presStyleCnt="0"/>
      <dgm:spPr/>
    </dgm:pt>
    <dgm:pt modelId="{0D0A355A-7356-4065-BA05-F5103BF01CC1}" type="pres">
      <dgm:prSet presAssocID="{529FF813-975D-4870-958C-330DBEFEB09E}" presName="bgRect" presStyleLbl="bgShp" presStyleIdx="2" presStyleCnt="4"/>
      <dgm:spPr/>
    </dgm:pt>
    <dgm:pt modelId="{9548DBC0-BBE8-43C9-8C02-4D2137279CBA}" type="pres">
      <dgm:prSet presAssocID="{529FF813-975D-4870-958C-330DBEFEB0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B45BEFDA-ECB7-44E9-82AD-1AA39D165118}" type="pres">
      <dgm:prSet presAssocID="{529FF813-975D-4870-958C-330DBEFEB09E}" presName="spaceRect" presStyleCnt="0"/>
      <dgm:spPr/>
    </dgm:pt>
    <dgm:pt modelId="{2AF7E1D7-E996-4328-97FF-6E6AB3732CAA}" type="pres">
      <dgm:prSet presAssocID="{529FF813-975D-4870-958C-330DBEFEB09E}" presName="parTx" presStyleLbl="revTx" presStyleIdx="2" presStyleCnt="4">
        <dgm:presLayoutVars>
          <dgm:chMax val="0"/>
          <dgm:chPref val="0"/>
        </dgm:presLayoutVars>
      </dgm:prSet>
      <dgm:spPr/>
    </dgm:pt>
    <dgm:pt modelId="{163A33B6-119B-43EE-97CB-608EA7548EDD}" type="pres">
      <dgm:prSet presAssocID="{37C850F0-4B46-46B5-BE58-2D3A30DA1A41}" presName="sibTrans" presStyleCnt="0"/>
      <dgm:spPr/>
    </dgm:pt>
    <dgm:pt modelId="{44EFD337-ADEA-4506-BA54-58A41E4813EF}" type="pres">
      <dgm:prSet presAssocID="{0EC30B75-2D79-4C3A-BE15-BA03E49879C4}" presName="compNode" presStyleCnt="0"/>
      <dgm:spPr/>
    </dgm:pt>
    <dgm:pt modelId="{CD4E603D-2AEB-44A3-8B9F-0B1A82903925}" type="pres">
      <dgm:prSet presAssocID="{0EC30B75-2D79-4C3A-BE15-BA03E49879C4}" presName="bgRect" presStyleLbl="bgShp" presStyleIdx="3" presStyleCnt="4"/>
      <dgm:spPr/>
    </dgm:pt>
    <dgm:pt modelId="{6F05CCD4-AE19-4830-9FCB-986E4C2ECBD9}" type="pres">
      <dgm:prSet presAssocID="{0EC30B75-2D79-4C3A-BE15-BA03E49879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829D518E-499A-4AD7-AE80-8364F3F2BAC3}" type="pres">
      <dgm:prSet presAssocID="{0EC30B75-2D79-4C3A-BE15-BA03E49879C4}" presName="spaceRect" presStyleCnt="0"/>
      <dgm:spPr/>
    </dgm:pt>
    <dgm:pt modelId="{F07B6BDB-7156-43F8-87D7-540D7302DD06}" type="pres">
      <dgm:prSet presAssocID="{0EC30B75-2D79-4C3A-BE15-BA03E49879C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F90E50-C8E9-49D7-861D-F9BEAFCC43CD}" type="presOf" srcId="{AB088D56-E0F3-48ED-93F9-3873BBE88D04}" destId="{221DBF6B-37CF-4BDA-A9D7-EF01D526B481}" srcOrd="0" destOrd="0" presId="urn:microsoft.com/office/officeart/2018/2/layout/IconVerticalSolidList"/>
    <dgm:cxn modelId="{DA6BE783-AD1B-4805-B6F4-C25447AE658B}" srcId="{C9A4676E-2503-4CB0-AC4F-EB0438BBB5B4}" destId="{529FF813-975D-4870-958C-330DBEFEB09E}" srcOrd="2" destOrd="0" parTransId="{665C0169-B016-4994-A048-629A406D616B}" sibTransId="{37C850F0-4B46-46B5-BE58-2D3A30DA1A41}"/>
    <dgm:cxn modelId="{7122C284-E216-402E-A6C7-71F2CADFF739}" type="presOf" srcId="{0EC30B75-2D79-4C3A-BE15-BA03E49879C4}" destId="{F07B6BDB-7156-43F8-87D7-540D7302DD06}" srcOrd="0" destOrd="0" presId="urn:microsoft.com/office/officeart/2018/2/layout/IconVerticalSolidList"/>
    <dgm:cxn modelId="{55636A87-AB9B-40BB-B39C-C6DD7EC89CE1}" type="presOf" srcId="{537FFE0D-EF0F-4298-8F6F-556D7DFA43EF}" destId="{B352374B-D634-495C-937A-50B61DE0DF23}" srcOrd="0" destOrd="0" presId="urn:microsoft.com/office/officeart/2018/2/layout/IconVerticalSolidList"/>
    <dgm:cxn modelId="{A266B497-4534-44ED-BB0B-A89C47CE9D03}" type="presOf" srcId="{529FF813-975D-4870-958C-330DBEFEB09E}" destId="{2AF7E1D7-E996-4328-97FF-6E6AB3732CAA}" srcOrd="0" destOrd="0" presId="urn:microsoft.com/office/officeart/2018/2/layout/IconVerticalSolidList"/>
    <dgm:cxn modelId="{FED3ACA4-8336-47B7-80D0-FF1D38DF49B7}" type="presOf" srcId="{C9A4676E-2503-4CB0-AC4F-EB0438BBB5B4}" destId="{FA1D9D45-2307-4A9E-8D10-DFFBEAE9E22F}" srcOrd="0" destOrd="0" presId="urn:microsoft.com/office/officeart/2018/2/layout/IconVerticalSolidList"/>
    <dgm:cxn modelId="{A8903FB8-9708-4E95-A1A3-8F783E83F332}" srcId="{C9A4676E-2503-4CB0-AC4F-EB0438BBB5B4}" destId="{AB088D56-E0F3-48ED-93F9-3873BBE88D04}" srcOrd="1" destOrd="0" parTransId="{741FFBE1-D7BB-4509-8DCE-60A3D5C371EC}" sibTransId="{13FE0D24-027C-4E3D-AE77-AD97E2BBD8FE}"/>
    <dgm:cxn modelId="{62FB4DC3-ED9D-4975-A743-560702B16201}" srcId="{C9A4676E-2503-4CB0-AC4F-EB0438BBB5B4}" destId="{0EC30B75-2D79-4C3A-BE15-BA03E49879C4}" srcOrd="3" destOrd="0" parTransId="{11A033B8-B9EF-4C65-8B72-CBA1219DE7E0}" sibTransId="{807CF2F7-C5B2-4DC1-AEF3-B7B68712B9E6}"/>
    <dgm:cxn modelId="{1F4B27D6-AB56-4497-A32C-A0F5F1E60EB0}" srcId="{C9A4676E-2503-4CB0-AC4F-EB0438BBB5B4}" destId="{537FFE0D-EF0F-4298-8F6F-556D7DFA43EF}" srcOrd="0" destOrd="0" parTransId="{B1E59F61-6471-4244-B5A4-83F6F6E1B3C7}" sibTransId="{506856FA-A734-4D65-812E-171866844880}"/>
    <dgm:cxn modelId="{7A7A609F-C643-41C2-BD35-C69C2BD7CCD0}" type="presParOf" srcId="{FA1D9D45-2307-4A9E-8D10-DFFBEAE9E22F}" destId="{00DC7684-2753-43E5-9F37-5098C996EEF9}" srcOrd="0" destOrd="0" presId="urn:microsoft.com/office/officeart/2018/2/layout/IconVerticalSolidList"/>
    <dgm:cxn modelId="{F20F5F48-A48C-4B63-ABB8-2AE16E1FD88F}" type="presParOf" srcId="{00DC7684-2753-43E5-9F37-5098C996EEF9}" destId="{979024DF-1F41-4764-8E8A-A6BBBE205359}" srcOrd="0" destOrd="0" presId="urn:microsoft.com/office/officeart/2018/2/layout/IconVerticalSolidList"/>
    <dgm:cxn modelId="{D5F584BA-34AD-4D7A-97FF-426B2B919D02}" type="presParOf" srcId="{00DC7684-2753-43E5-9F37-5098C996EEF9}" destId="{8479C0CB-DA9E-4FE5-90DD-6194575C90D6}" srcOrd="1" destOrd="0" presId="urn:microsoft.com/office/officeart/2018/2/layout/IconVerticalSolidList"/>
    <dgm:cxn modelId="{D27DF118-38E0-4A77-B878-34DC22569163}" type="presParOf" srcId="{00DC7684-2753-43E5-9F37-5098C996EEF9}" destId="{68B4E758-6DFA-4D6C-A0D4-96632C62AC37}" srcOrd="2" destOrd="0" presId="urn:microsoft.com/office/officeart/2018/2/layout/IconVerticalSolidList"/>
    <dgm:cxn modelId="{57EED4F2-8BCF-4A6E-8E26-3BFBB1AE2D0A}" type="presParOf" srcId="{00DC7684-2753-43E5-9F37-5098C996EEF9}" destId="{B352374B-D634-495C-937A-50B61DE0DF23}" srcOrd="3" destOrd="0" presId="urn:microsoft.com/office/officeart/2018/2/layout/IconVerticalSolidList"/>
    <dgm:cxn modelId="{B5EA53F7-DE5B-44F2-AC1D-CECE52FAF346}" type="presParOf" srcId="{FA1D9D45-2307-4A9E-8D10-DFFBEAE9E22F}" destId="{DD2E170F-F41F-42D4-936D-0C9909BFE6A3}" srcOrd="1" destOrd="0" presId="urn:microsoft.com/office/officeart/2018/2/layout/IconVerticalSolidList"/>
    <dgm:cxn modelId="{60BB8863-E52F-412F-AB63-00B0500139AC}" type="presParOf" srcId="{FA1D9D45-2307-4A9E-8D10-DFFBEAE9E22F}" destId="{194EC2A3-0B45-435B-B79C-01E923810237}" srcOrd="2" destOrd="0" presId="urn:microsoft.com/office/officeart/2018/2/layout/IconVerticalSolidList"/>
    <dgm:cxn modelId="{4FBE041B-299E-4AAF-8234-09F5E495D67A}" type="presParOf" srcId="{194EC2A3-0B45-435B-B79C-01E923810237}" destId="{1D42CF2F-E502-42BB-93D6-3653DAD024C4}" srcOrd="0" destOrd="0" presId="urn:microsoft.com/office/officeart/2018/2/layout/IconVerticalSolidList"/>
    <dgm:cxn modelId="{85743C0E-27AD-47F5-832F-46D51E1FAB54}" type="presParOf" srcId="{194EC2A3-0B45-435B-B79C-01E923810237}" destId="{0183D439-6400-46ED-B078-79F4B77E492E}" srcOrd="1" destOrd="0" presId="urn:microsoft.com/office/officeart/2018/2/layout/IconVerticalSolidList"/>
    <dgm:cxn modelId="{817B8924-7968-4406-86B3-38649DE3591E}" type="presParOf" srcId="{194EC2A3-0B45-435B-B79C-01E923810237}" destId="{C6DB34DF-8439-471C-B376-2B7872CC6168}" srcOrd="2" destOrd="0" presId="urn:microsoft.com/office/officeart/2018/2/layout/IconVerticalSolidList"/>
    <dgm:cxn modelId="{ECF79CA2-2727-4621-94AF-C76F9CACB097}" type="presParOf" srcId="{194EC2A3-0B45-435B-B79C-01E923810237}" destId="{221DBF6B-37CF-4BDA-A9D7-EF01D526B481}" srcOrd="3" destOrd="0" presId="urn:microsoft.com/office/officeart/2018/2/layout/IconVerticalSolidList"/>
    <dgm:cxn modelId="{64BAA473-2C7D-400F-A654-527EA0CA1884}" type="presParOf" srcId="{FA1D9D45-2307-4A9E-8D10-DFFBEAE9E22F}" destId="{63E8A926-480B-42C5-BCBB-37CA6628690A}" srcOrd="3" destOrd="0" presId="urn:microsoft.com/office/officeart/2018/2/layout/IconVerticalSolidList"/>
    <dgm:cxn modelId="{0002BC1F-2FC7-46AE-855E-7E6FDE321312}" type="presParOf" srcId="{FA1D9D45-2307-4A9E-8D10-DFFBEAE9E22F}" destId="{0EE5FC84-2DF6-4730-9516-25BFB1658714}" srcOrd="4" destOrd="0" presId="urn:microsoft.com/office/officeart/2018/2/layout/IconVerticalSolidList"/>
    <dgm:cxn modelId="{35C8025E-1886-4D23-BEEE-B771D7F08D73}" type="presParOf" srcId="{0EE5FC84-2DF6-4730-9516-25BFB1658714}" destId="{0D0A355A-7356-4065-BA05-F5103BF01CC1}" srcOrd="0" destOrd="0" presId="urn:microsoft.com/office/officeart/2018/2/layout/IconVerticalSolidList"/>
    <dgm:cxn modelId="{F127BCC5-A617-41D7-97B2-3079A47EB2AF}" type="presParOf" srcId="{0EE5FC84-2DF6-4730-9516-25BFB1658714}" destId="{9548DBC0-BBE8-43C9-8C02-4D2137279CBA}" srcOrd="1" destOrd="0" presId="urn:microsoft.com/office/officeart/2018/2/layout/IconVerticalSolidList"/>
    <dgm:cxn modelId="{47610559-AB35-422F-B3DD-4A13CC9342F4}" type="presParOf" srcId="{0EE5FC84-2DF6-4730-9516-25BFB1658714}" destId="{B45BEFDA-ECB7-44E9-82AD-1AA39D165118}" srcOrd="2" destOrd="0" presId="urn:microsoft.com/office/officeart/2018/2/layout/IconVerticalSolidList"/>
    <dgm:cxn modelId="{69B31E36-764F-4BEC-97AF-A5B42064AC14}" type="presParOf" srcId="{0EE5FC84-2DF6-4730-9516-25BFB1658714}" destId="{2AF7E1D7-E996-4328-97FF-6E6AB3732CAA}" srcOrd="3" destOrd="0" presId="urn:microsoft.com/office/officeart/2018/2/layout/IconVerticalSolidList"/>
    <dgm:cxn modelId="{B3A752C0-44E7-4057-B03E-AAB985F803F0}" type="presParOf" srcId="{FA1D9D45-2307-4A9E-8D10-DFFBEAE9E22F}" destId="{163A33B6-119B-43EE-97CB-608EA7548EDD}" srcOrd="5" destOrd="0" presId="urn:microsoft.com/office/officeart/2018/2/layout/IconVerticalSolidList"/>
    <dgm:cxn modelId="{09ED2E1E-A09F-4FBF-95F2-2F242261E0DD}" type="presParOf" srcId="{FA1D9D45-2307-4A9E-8D10-DFFBEAE9E22F}" destId="{44EFD337-ADEA-4506-BA54-58A41E4813EF}" srcOrd="6" destOrd="0" presId="urn:microsoft.com/office/officeart/2018/2/layout/IconVerticalSolidList"/>
    <dgm:cxn modelId="{52F617D2-73A8-49E4-B0B1-7D02610308BA}" type="presParOf" srcId="{44EFD337-ADEA-4506-BA54-58A41E4813EF}" destId="{CD4E603D-2AEB-44A3-8B9F-0B1A82903925}" srcOrd="0" destOrd="0" presId="urn:microsoft.com/office/officeart/2018/2/layout/IconVerticalSolidList"/>
    <dgm:cxn modelId="{9AB53950-EC8C-4369-8190-587D7FE8E7FD}" type="presParOf" srcId="{44EFD337-ADEA-4506-BA54-58A41E4813EF}" destId="{6F05CCD4-AE19-4830-9FCB-986E4C2ECBD9}" srcOrd="1" destOrd="0" presId="urn:microsoft.com/office/officeart/2018/2/layout/IconVerticalSolidList"/>
    <dgm:cxn modelId="{0666B3F2-B525-4B3D-82C6-5624C3669715}" type="presParOf" srcId="{44EFD337-ADEA-4506-BA54-58A41E4813EF}" destId="{829D518E-499A-4AD7-AE80-8364F3F2BAC3}" srcOrd="2" destOrd="0" presId="urn:microsoft.com/office/officeart/2018/2/layout/IconVerticalSolidList"/>
    <dgm:cxn modelId="{19AD9CC9-157C-45A0-971B-67617779BD73}" type="presParOf" srcId="{44EFD337-ADEA-4506-BA54-58A41E4813EF}" destId="{F07B6BDB-7156-43F8-87D7-540D7302DD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4FF66-8F4B-4B0E-8D85-1DFF8E69A46E}">
      <dsp:nvSpPr>
        <dsp:cNvPr id="0" name=""/>
        <dsp:cNvSpPr/>
      </dsp:nvSpPr>
      <dsp:spPr>
        <a:xfrm>
          <a:off x="0" y="531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86897-2B5F-4854-B2C4-7F5AE126FA5A}">
      <dsp:nvSpPr>
        <dsp:cNvPr id="0" name=""/>
        <dsp:cNvSpPr/>
      </dsp:nvSpPr>
      <dsp:spPr>
        <a:xfrm>
          <a:off x="0" y="531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2800" kern="1200"/>
            <a:t>Data Completeness</a:t>
          </a:r>
          <a:r>
            <a:rPr lang="en-US" sz="2800" kern="1200"/>
            <a:t>.</a:t>
          </a:r>
        </a:p>
      </dsp:txBody>
      <dsp:txXfrm>
        <a:off x="0" y="531"/>
        <a:ext cx="5558489" cy="621467"/>
      </dsp:txXfrm>
    </dsp:sp>
    <dsp:sp modelId="{82F98C12-FF9E-48B8-A78B-F48ED567C293}">
      <dsp:nvSpPr>
        <dsp:cNvPr id="0" name=""/>
        <dsp:cNvSpPr/>
      </dsp:nvSpPr>
      <dsp:spPr>
        <a:xfrm>
          <a:off x="0" y="621999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8A723-7C8D-4E60-AEC6-B632C03F7B43}">
      <dsp:nvSpPr>
        <dsp:cNvPr id="0" name=""/>
        <dsp:cNvSpPr/>
      </dsp:nvSpPr>
      <dsp:spPr>
        <a:xfrm>
          <a:off x="0" y="621999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2800" kern="1200"/>
            <a:t>Data Distribution</a:t>
          </a:r>
          <a:r>
            <a:rPr lang="en-US" sz="2800" kern="1200"/>
            <a:t>.</a:t>
          </a:r>
        </a:p>
      </dsp:txBody>
      <dsp:txXfrm>
        <a:off x="0" y="621999"/>
        <a:ext cx="5558489" cy="621467"/>
      </dsp:txXfrm>
    </dsp:sp>
    <dsp:sp modelId="{909FFBCD-B3A9-4F1F-8417-4B6E2C70667B}">
      <dsp:nvSpPr>
        <dsp:cNvPr id="0" name=""/>
        <dsp:cNvSpPr/>
      </dsp:nvSpPr>
      <dsp:spPr>
        <a:xfrm>
          <a:off x="0" y="1243467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2AF89-6DAE-4BBF-89AE-995541DF7037}">
      <dsp:nvSpPr>
        <dsp:cNvPr id="0" name=""/>
        <dsp:cNvSpPr/>
      </dsp:nvSpPr>
      <dsp:spPr>
        <a:xfrm>
          <a:off x="0" y="1243467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Correlation analysis.</a:t>
          </a:r>
        </a:p>
      </dsp:txBody>
      <dsp:txXfrm>
        <a:off x="0" y="1243467"/>
        <a:ext cx="5558489" cy="621467"/>
      </dsp:txXfrm>
    </dsp:sp>
    <dsp:sp modelId="{63CC8BB3-9707-4B08-A8E6-C71B3A153E64}">
      <dsp:nvSpPr>
        <dsp:cNvPr id="0" name=""/>
        <dsp:cNvSpPr/>
      </dsp:nvSpPr>
      <dsp:spPr>
        <a:xfrm>
          <a:off x="0" y="1864935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EC304-7DC1-4C74-AF28-925B53730DF9}">
      <dsp:nvSpPr>
        <dsp:cNvPr id="0" name=""/>
        <dsp:cNvSpPr/>
      </dsp:nvSpPr>
      <dsp:spPr>
        <a:xfrm>
          <a:off x="0" y="1864935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transformation.</a:t>
          </a:r>
        </a:p>
      </dsp:txBody>
      <dsp:txXfrm>
        <a:off x="0" y="1864935"/>
        <a:ext cx="5558489" cy="621467"/>
      </dsp:txXfrm>
    </dsp:sp>
    <dsp:sp modelId="{E1204138-44EC-44EE-B6B5-7CF9A763819D}">
      <dsp:nvSpPr>
        <dsp:cNvPr id="0" name=""/>
        <dsp:cNvSpPr/>
      </dsp:nvSpPr>
      <dsp:spPr>
        <a:xfrm>
          <a:off x="0" y="2486402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6CC97-5D0B-47FB-B428-5FB1762ED5EA}">
      <dsp:nvSpPr>
        <dsp:cNvPr id="0" name=""/>
        <dsp:cNvSpPr/>
      </dsp:nvSpPr>
      <dsp:spPr>
        <a:xfrm>
          <a:off x="0" y="2486402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Feature Selection.</a:t>
          </a:r>
        </a:p>
      </dsp:txBody>
      <dsp:txXfrm>
        <a:off x="0" y="2486402"/>
        <a:ext cx="5558489" cy="621467"/>
      </dsp:txXfrm>
    </dsp:sp>
    <dsp:sp modelId="{9C08BDBE-0197-4E0B-AA66-100FE74440F0}">
      <dsp:nvSpPr>
        <dsp:cNvPr id="0" name=""/>
        <dsp:cNvSpPr/>
      </dsp:nvSpPr>
      <dsp:spPr>
        <a:xfrm>
          <a:off x="0" y="3107870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86BA3-71BB-4599-9393-3EA29F4B95E5}">
      <dsp:nvSpPr>
        <dsp:cNvPr id="0" name=""/>
        <dsp:cNvSpPr/>
      </dsp:nvSpPr>
      <dsp:spPr>
        <a:xfrm>
          <a:off x="0" y="3107870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 Performance.</a:t>
          </a:r>
        </a:p>
      </dsp:txBody>
      <dsp:txXfrm>
        <a:off x="0" y="3107870"/>
        <a:ext cx="5558489" cy="621467"/>
      </dsp:txXfrm>
    </dsp:sp>
    <dsp:sp modelId="{59A249B4-5D36-4B3D-A685-D534D2006F39}">
      <dsp:nvSpPr>
        <dsp:cNvPr id="0" name=""/>
        <dsp:cNvSpPr/>
      </dsp:nvSpPr>
      <dsp:spPr>
        <a:xfrm>
          <a:off x="0" y="3729338"/>
          <a:ext cx="5558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E8EA4-AEDE-4EC8-96A8-49FDDEE9C8F8}">
      <dsp:nvSpPr>
        <dsp:cNvPr id="0" name=""/>
        <dsp:cNvSpPr/>
      </dsp:nvSpPr>
      <dsp:spPr>
        <a:xfrm>
          <a:off x="0" y="3729338"/>
          <a:ext cx="5558489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Visualization.</a:t>
          </a:r>
        </a:p>
      </dsp:txBody>
      <dsp:txXfrm>
        <a:off x="0" y="3729338"/>
        <a:ext cx="5558489" cy="6214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024DF-1F41-4764-8E8A-A6BBBE205359}">
      <dsp:nvSpPr>
        <dsp:cNvPr id="0" name=""/>
        <dsp:cNvSpPr/>
      </dsp:nvSpPr>
      <dsp:spPr>
        <a:xfrm>
          <a:off x="0" y="1805"/>
          <a:ext cx="5558489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9C0CB-DA9E-4FE5-90DD-6194575C90D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2374B-D634-495C-937A-50B61DE0DF23}">
      <dsp:nvSpPr>
        <dsp:cNvPr id="0" name=""/>
        <dsp:cNvSpPr/>
      </dsp:nvSpPr>
      <dsp:spPr>
        <a:xfrm>
          <a:off x="1057183" y="1805"/>
          <a:ext cx="4501305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Learned a lot of python programing.</a:t>
          </a:r>
        </a:p>
      </dsp:txBody>
      <dsp:txXfrm>
        <a:off x="1057183" y="1805"/>
        <a:ext cx="4501305" cy="915310"/>
      </dsp:txXfrm>
    </dsp:sp>
    <dsp:sp modelId="{1D42CF2F-E502-42BB-93D6-3653DAD024C4}">
      <dsp:nvSpPr>
        <dsp:cNvPr id="0" name=""/>
        <dsp:cNvSpPr/>
      </dsp:nvSpPr>
      <dsp:spPr>
        <a:xfrm>
          <a:off x="0" y="1145944"/>
          <a:ext cx="5558489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83D439-6400-46ED-B078-79F4B77E492E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DBF6B-37CF-4BDA-A9D7-EF01D526B481}">
      <dsp:nvSpPr>
        <dsp:cNvPr id="0" name=""/>
        <dsp:cNvSpPr/>
      </dsp:nvSpPr>
      <dsp:spPr>
        <a:xfrm>
          <a:off x="1057183" y="1145944"/>
          <a:ext cx="4501305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Learnt new machine learning techniques.</a:t>
          </a:r>
        </a:p>
      </dsp:txBody>
      <dsp:txXfrm>
        <a:off x="1057183" y="1145944"/>
        <a:ext cx="4501305" cy="915310"/>
      </dsp:txXfrm>
    </dsp:sp>
    <dsp:sp modelId="{0D0A355A-7356-4065-BA05-F5103BF01CC1}">
      <dsp:nvSpPr>
        <dsp:cNvPr id="0" name=""/>
        <dsp:cNvSpPr/>
      </dsp:nvSpPr>
      <dsp:spPr>
        <a:xfrm>
          <a:off x="0" y="2290082"/>
          <a:ext cx="5558489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8DBC0-BBE8-43C9-8C02-4D2137279CB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7E1D7-E996-4328-97FF-6E6AB3732CAA}">
      <dsp:nvSpPr>
        <dsp:cNvPr id="0" name=""/>
        <dsp:cNvSpPr/>
      </dsp:nvSpPr>
      <dsp:spPr>
        <a:xfrm>
          <a:off x="1057183" y="2290082"/>
          <a:ext cx="4501305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Learnt a lot about Floods.</a:t>
          </a:r>
        </a:p>
      </dsp:txBody>
      <dsp:txXfrm>
        <a:off x="1057183" y="2290082"/>
        <a:ext cx="4501305" cy="915310"/>
      </dsp:txXfrm>
    </dsp:sp>
    <dsp:sp modelId="{CD4E603D-2AEB-44A3-8B9F-0B1A82903925}">
      <dsp:nvSpPr>
        <dsp:cNvPr id="0" name=""/>
        <dsp:cNvSpPr/>
      </dsp:nvSpPr>
      <dsp:spPr>
        <a:xfrm>
          <a:off x="0" y="3434221"/>
          <a:ext cx="5558489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5CCD4-AE19-4830-9FCB-986E4C2ECBD9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B6BDB-7156-43F8-87D7-540D7302DD06}">
      <dsp:nvSpPr>
        <dsp:cNvPr id="0" name=""/>
        <dsp:cNvSpPr/>
      </dsp:nvSpPr>
      <dsp:spPr>
        <a:xfrm>
          <a:off x="1057183" y="3434221"/>
          <a:ext cx="4501305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Got used to the anaconda environment.</a:t>
          </a:r>
        </a:p>
      </dsp:txBody>
      <dsp:txXfrm>
        <a:off x="1057183" y="3434221"/>
        <a:ext cx="4501305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D891-2502-FDDB-8AE1-CBFE19BD2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E8B8D-8ABC-45CB-8888-391A4195C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9298-ECB8-655C-67A5-E5AD2522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B46AB-18CF-5B0F-DEE4-5CA49343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2F387-FAFF-47C3-C71D-39926949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37687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ECB6-0DBA-7FCC-816F-210D1291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5944-B191-2BA4-51D1-48FBF954F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2D57-5D4A-24A9-55C5-81462B3D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A8F9-6619-6F68-E1AD-C1D6639B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9085B-0816-FA83-D98A-8F44C2BA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1157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57BC-86BF-C1A3-7FD4-70D1D832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537ED-9D3D-937F-8284-CEF6A1E95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7BAC-3C5A-6789-2DDF-B7478CDB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AAC00-6CFF-E5D5-A88C-979E40D7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4EB6E-58A2-6F69-463B-79A0AF1F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9725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0F1E-BD39-4E0F-561D-238201A9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368F-314C-1BAC-CA61-EE6173E45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C5978-0E03-2AFD-B0B1-B88F0035B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8CF3A-816F-9FF1-49E9-219DA23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C4E41-C792-5948-D714-C12E31C2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C34DF-A1A1-1E5C-0A47-5288753B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8013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F767-948E-B24E-B887-2D92AA54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C454-6936-2AA6-D976-602CF26FD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F3592-E732-9FD5-E24D-626EC0ABC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010CC-713B-20D8-5830-C266CC9FB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B1018-AB62-DA3B-6A4C-35E96D01B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45477-49E8-0D55-DA26-2596281C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952A5-43E9-0739-04FD-F507974F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811C7-1CE9-0714-1EDA-4E85D7D0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505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4A8B-7DC4-42F1-190A-90F76CA6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08237-456D-A268-A252-895DED63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04185-7A86-9AEA-9F7E-7B7D360A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DED72-EB02-BB02-A396-2186EBB8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06872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D371C-CEEA-1263-BFBA-B53C20C47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B8372-9042-2F5C-E0E9-B349576AF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C351-B182-70A9-3D11-BCBE6F28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75762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CFAD-5B4C-F2BA-3C23-D9D0BEFB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456F-92E1-E964-2712-29479331C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A17FA-8FBA-33A1-F9F9-F90181AF8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B840-CE72-00B5-67A7-09683CCE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68CE6-B759-A57C-025E-F00D14E5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01E07-4091-D107-01B5-ACDFB42D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3681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9093-3431-5E22-5D59-2154DA70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AFC72-0E4D-F01B-46C6-3385E88CC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2516F-55A1-FF5F-53BC-F5613BDBB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7DFBD-6E99-12B2-DDDE-EBDECBCB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1235B-E96B-BD73-87F5-827FB57B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B08BF-AE5F-0BB1-32DF-FA493873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2858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B00A-8629-83B9-119A-1F156417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D98B2-65E3-2F17-36ED-AB30FC7BA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C78D-DD61-61DD-863A-BC071696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67D35-6454-C4C1-284A-51FAA8A7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2B6F-0651-45AB-555A-320AFC48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3360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3571A-926E-EC74-A632-DB974B6B4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636D7-AED5-ADC6-0D0C-00BEEAE6C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3F2E2-EF44-2B3A-915F-88F8272B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36FB-F26B-E4E5-CFF1-B299D9E4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3FD7C-A35B-BC01-87B3-B3B7EE06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83812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AC4DF-28C9-7F72-05D0-1CBF677B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23524-1288-3638-8FE4-8813CA33D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BA81E-F747-BCC8-A0F2-0A1FA5E68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13598-FBAA-4DA7-BB76-D88FD7E60BD1}" type="datetimeFigureOut">
              <a:rPr lang="en-TZ" smtClean="0"/>
              <a:t>18/09/2023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092D-9796-AFAF-597C-C804321A0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5315A-1CB1-7709-C314-CEBD532CF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E14F0-7746-4568-BB2C-0FC8ECC35BBE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56970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yellow lines&#10;&#10;Description automatically generated">
            <a:extLst>
              <a:ext uri="{FF2B5EF4-FFF2-40B4-BE49-F238E27FC236}">
                <a16:creationId xmlns:a16="http://schemas.microsoft.com/office/drawing/2014/main" id="{051799E2-51AF-204E-1912-0A942FAC1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4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43D5B-F49A-2325-863B-33E1D012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Flood prediction using machine learning</a:t>
            </a:r>
            <a:endParaRPr lang="en-TZ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9B3D8-E22D-67B8-ED6A-B3F23DF98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r>
              <a:rPr lang="en-US" sz="1800">
                <a:solidFill>
                  <a:srgbClr val="FFFFFF"/>
                </a:solidFill>
              </a:rPr>
              <a:t>SHIV KIRTI SOLANKI</a:t>
            </a:r>
          </a:p>
          <a:p>
            <a:r>
              <a:rPr lang="en-US" sz="1800">
                <a:solidFill>
                  <a:srgbClr val="FFFFFF"/>
                </a:solidFill>
              </a:rPr>
              <a:t>APD3F2302CS(DA)</a:t>
            </a:r>
          </a:p>
          <a:p>
            <a:r>
              <a:rPr lang="en-US" sz="1800">
                <a:solidFill>
                  <a:srgbClr val="FFFFFF"/>
                </a:solidFill>
              </a:rPr>
              <a:t>SUPERVISED BY : Dr. Dewi Octaviani</a:t>
            </a:r>
          </a:p>
          <a:p>
            <a:r>
              <a:rPr lang="en-US" sz="1800">
                <a:solidFill>
                  <a:srgbClr val="FFFFFF"/>
                </a:solidFill>
              </a:rPr>
              <a:t>2</a:t>
            </a:r>
            <a:r>
              <a:rPr lang="en-US" sz="1800" baseline="30000">
                <a:solidFill>
                  <a:srgbClr val="FFFFFF"/>
                </a:solidFill>
              </a:rPr>
              <a:t>ND</a:t>
            </a:r>
            <a:r>
              <a:rPr lang="en-US" sz="1800">
                <a:solidFill>
                  <a:srgbClr val="FFFFFF"/>
                </a:solidFill>
              </a:rPr>
              <a:t> MARKER : Dr. Masrina Akmal Binti Salleh (Ms.)</a:t>
            </a:r>
            <a:endParaRPr lang="en-TZ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30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A2D24-2153-EA39-6F2E-AEAF40592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C5377-3D8A-7458-B54A-407B01D97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Floods have diverse impacts on individuals and communities, including psychological, financial, and environmental effects, influenced by factors like flood location and intensity.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Floods are vital for ecological balance, connecting ecosystems and aiding species propagation, but they can also disrupt ecosystems in severe cases.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Challenges in flood prediction using machine learning include limited, confidential data sources, data quality issues, process complexity, model interpretability, and regional perspective.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Flood damage can result in long-term consequences, disrupting essential services and causing economic vulnerability in communities.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Flood survivors, especially children, may experience lasting trauma due to displacement and disruptions to daily life.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6794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9DC31-2C0E-CE98-8704-2E9EE436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Aim</a:t>
            </a:r>
            <a:endParaRPr lang="en-TZ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4AC0-87A2-A7F4-0F93-876A5CDCC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algorithms may be used to examine meteorological data, sea levels, and other key information to anticipate when a flood is probable. </a:t>
            </a:r>
          </a:p>
          <a:p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Flood damage mitigation: Flood prediction using machine learning can also assist decrease flood damage. </a:t>
            </a:r>
          </a:p>
          <a:p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Enhancing infrastructure: Flood prediction models may also be used to construct more flood-resistant infrastructure. 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6018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28259-5676-8DDB-4333-3E2701518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Objectives </a:t>
            </a:r>
            <a:endParaRPr lang="en-TZ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434CC-D69C-AFAB-7185-A8EA85E8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TZ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determine suitable methodology, techniques, and tools to build flood prediction models.</a:t>
            </a:r>
            <a:endParaRPr lang="en-TZ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 different preprocessing techniques and determining the best one.</a:t>
            </a:r>
            <a:endParaRPr lang="en-TZ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TZ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build flood prediction models using machine learning techniques.</a:t>
            </a:r>
            <a:endParaRPr lang="en-TZ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TZ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evaluate the flood prediction models using various assessment metrics and approaches to assure their correctness.</a:t>
            </a:r>
            <a:endParaRPr lang="en-TZ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TZ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deploy the flood prediction best model in a simple website. </a:t>
            </a:r>
          </a:p>
        </p:txBody>
      </p:sp>
    </p:spTree>
    <p:extLst>
      <p:ext uri="{BB962C8B-B14F-4D97-AF65-F5344CB8AC3E}">
        <p14:creationId xmlns:p14="http://schemas.microsoft.com/office/powerpoint/2010/main" val="352103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FB132-EEC3-A2AE-0E68-ACF469AB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Functionalities </a:t>
            </a:r>
            <a:endParaRPr lang="en-TZ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8060D-B780-8160-4A29-4577004BA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/>
              <a:t>Upon entering the website, you'll find interactive graphs that display data patterns, helping you understand the information better.</a:t>
            </a:r>
          </a:p>
          <a:p>
            <a:r>
              <a:rPr lang="en-US" sz="2400"/>
              <a:t>Scroll down to locate the data entry form on the website. Input accurate weather-related data, including temperature, rainfall, and wind speed.</a:t>
            </a:r>
          </a:p>
          <a:p>
            <a:r>
              <a:rPr lang="en-US" sz="2400"/>
              <a:t>website will process your data in the background to ensure it's ready for prediction</a:t>
            </a:r>
          </a:p>
          <a:p>
            <a:r>
              <a:rPr lang="en-US" sz="2400"/>
              <a:t>Click the "Predict" button to receive the flood prediction. 1 indicates a flood risk, while 0 suggests a low likelihood of flooding.</a:t>
            </a:r>
          </a:p>
          <a:p>
            <a:r>
              <a:rPr lang="en-US" sz="2400"/>
              <a:t>you can click "Exploratory Data Analysis" to access additional graphs and gain insights into the dataset.</a:t>
            </a:r>
          </a:p>
          <a:p>
            <a:endParaRPr lang="en-US" sz="2400"/>
          </a:p>
          <a:p>
            <a:endParaRPr lang="en-TZ" sz="2400"/>
          </a:p>
        </p:txBody>
      </p:sp>
    </p:spTree>
    <p:extLst>
      <p:ext uri="{BB962C8B-B14F-4D97-AF65-F5344CB8AC3E}">
        <p14:creationId xmlns:p14="http://schemas.microsoft.com/office/powerpoint/2010/main" val="186381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B16AD-87DA-C55F-EFAC-BFC74FE5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Domain Research </a:t>
            </a:r>
            <a:endParaRPr lang="en-TZ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D6D0D-44C2-B335-B9F6-09F1E72C9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Machine learning aids in rural flood prediction, utilizing data from water bodies, topography, and drainage systems to assess risks and minimize casualties.</a:t>
            </a:r>
          </a:p>
          <a:p>
            <a:r>
              <a:rPr lang="en-US" sz="2600"/>
              <a:t>Weather stations are crucial for providing timely response to floods, thereby fostering economic growth and sustainable infrastructure development in urban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Advanced techniques like the Cascade Forest Model (CFM) improve flood susceptibility mapping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CFM employs decision trees to classify features, providing reliable flood predictions for risk assessment.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/>
          </a:p>
          <a:p>
            <a:endParaRPr lang="en-TZ" sz="2600"/>
          </a:p>
        </p:txBody>
      </p:sp>
    </p:spTree>
    <p:extLst>
      <p:ext uri="{BB962C8B-B14F-4D97-AF65-F5344CB8AC3E}">
        <p14:creationId xmlns:p14="http://schemas.microsoft.com/office/powerpoint/2010/main" val="172667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FA1DE-4D27-10D5-C47D-DECB38C0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Technical Research </a:t>
            </a:r>
            <a:endParaRPr lang="en-TZ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C0BF-8B2B-F718-3EB1-0F83E97FA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Programming language was python</a:t>
            </a:r>
          </a:p>
          <a:p>
            <a:r>
              <a:rPr lang="en-US" dirty="0"/>
              <a:t>IDEs used were Python Juypter, Syder, Pycharm</a:t>
            </a:r>
          </a:p>
          <a:p>
            <a:r>
              <a:rPr lang="en-US" dirty="0"/>
              <a:t>Libraries were all installed and imported into Juypter </a:t>
            </a:r>
          </a:p>
          <a:p>
            <a:r>
              <a:rPr lang="en-US" dirty="0"/>
              <a:t>Web browsers used were Firefox, Google Chrome, Edge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6606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FAE51-27D2-5DBB-8A8A-0874D18E9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/>
              <a:t>Observations </a:t>
            </a:r>
            <a:endParaRPr lang="en-TZ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EA1219B2-1AAF-D21A-0C78-CB2490DC8E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555848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5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453324-C6A3-43E4-B553-D28495028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2635EE6-D269-46B5-8431-4D0F084D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4"/>
            <a:ext cx="6252552" cy="6858003"/>
          </a:xfrm>
          <a:custGeom>
            <a:avLst/>
            <a:gdLst>
              <a:gd name="connsiteX0" fmla="*/ 2609706 w 6252552"/>
              <a:gd name="connsiteY0" fmla="*/ 0 h 6858003"/>
              <a:gd name="connsiteX1" fmla="*/ 6252552 w 6252552"/>
              <a:gd name="connsiteY1" fmla="*/ 0 h 6858003"/>
              <a:gd name="connsiteX2" fmla="*/ 6252552 w 6252552"/>
              <a:gd name="connsiteY2" fmla="*/ 6858002 h 6858003"/>
              <a:gd name="connsiteX3" fmla="*/ 6228060 w 6252552"/>
              <a:gd name="connsiteY3" fmla="*/ 6858002 h 6858003"/>
              <a:gd name="connsiteX4" fmla="*/ 6228060 w 6252552"/>
              <a:gd name="connsiteY4" fmla="*/ 6858003 h 6858003"/>
              <a:gd name="connsiteX5" fmla="*/ 0 w 6252552"/>
              <a:gd name="connsiteY5" fmla="*/ 6858003 h 6858003"/>
              <a:gd name="connsiteX6" fmla="*/ 0 w 6252552"/>
              <a:gd name="connsiteY6" fmla="*/ 1 h 6858003"/>
              <a:gd name="connsiteX7" fmla="*/ 2609701 w 6252552"/>
              <a:gd name="connsiteY7" fmla="*/ 1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552" h="6858003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4B7B3-7026-4232-4D9D-704282338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5271106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orange and blue lines&#10;&#10;Description automatically generated">
            <a:extLst>
              <a:ext uri="{FF2B5EF4-FFF2-40B4-BE49-F238E27FC236}">
                <a16:creationId xmlns:a16="http://schemas.microsoft.com/office/drawing/2014/main" id="{CD359FBB-DC89-0E91-9AA2-6F307D3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03" r="4" b="4"/>
          <a:stretch/>
        </p:blipFill>
        <p:spPr bwMode="auto">
          <a:xfrm>
            <a:off x="6509916" y="143441"/>
            <a:ext cx="5431801" cy="3143436"/>
          </a:xfrm>
          <a:custGeom>
            <a:avLst/>
            <a:gdLst/>
            <a:ahLst/>
            <a:cxnLst/>
            <a:rect l="l" t="t" r="r" b="b"/>
            <a:pathLst>
              <a:path w="5096871" h="3143436">
                <a:moveTo>
                  <a:pt x="75600" y="0"/>
                </a:moveTo>
                <a:lnTo>
                  <a:pt x="5021271" y="0"/>
                </a:lnTo>
                <a:cubicBezTo>
                  <a:pt x="5063024" y="0"/>
                  <a:pt x="5096871" y="33847"/>
                  <a:pt x="5096871" y="75600"/>
                </a:cubicBezTo>
                <a:lnTo>
                  <a:pt x="5096871" y="3067836"/>
                </a:lnTo>
                <a:cubicBezTo>
                  <a:pt x="5096871" y="3109589"/>
                  <a:pt x="5063024" y="3143436"/>
                  <a:pt x="5021271" y="3143436"/>
                </a:cubicBezTo>
                <a:lnTo>
                  <a:pt x="75600" y="3143436"/>
                </a:lnTo>
                <a:cubicBezTo>
                  <a:pt x="33847" y="3143436"/>
                  <a:pt x="0" y="3109589"/>
                  <a:pt x="0" y="3067836"/>
                </a:cubicBezTo>
                <a:lnTo>
                  <a:pt x="0" y="75600"/>
                </a:lnTo>
                <a:cubicBezTo>
                  <a:pt x="0" y="33847"/>
                  <a:pt x="33847" y="0"/>
                  <a:pt x="75600" y="0"/>
                </a:cubicBezTo>
                <a:close/>
              </a:path>
            </a:pathLst>
          </a:custGeom>
          <a:noFill/>
        </p:spPr>
      </p:pic>
      <p:pic>
        <p:nvPicPr>
          <p:cNvPr id="4" name="Content Placeholder 3" descr="A graph with blue and orange bars&#10;&#10;Description automatically generated">
            <a:extLst>
              <a:ext uri="{FF2B5EF4-FFF2-40B4-BE49-F238E27FC236}">
                <a16:creationId xmlns:a16="http://schemas.microsoft.com/office/drawing/2014/main" id="{9F584A5D-4E7A-2DE9-9DD1-45C35CFF0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8" r="4" b="3248"/>
          <a:stretch/>
        </p:blipFill>
        <p:spPr bwMode="auto">
          <a:xfrm>
            <a:off x="6496428" y="3502644"/>
            <a:ext cx="5431801" cy="3187173"/>
          </a:xfrm>
          <a:custGeom>
            <a:avLst/>
            <a:gdLst/>
            <a:ahLst/>
            <a:cxnLst/>
            <a:rect l="l" t="t" r="r" b="b"/>
            <a:pathLst>
              <a:path w="5096871" h="3187173">
                <a:moveTo>
                  <a:pt x="76652" y="0"/>
                </a:moveTo>
                <a:lnTo>
                  <a:pt x="5020219" y="0"/>
                </a:lnTo>
                <a:cubicBezTo>
                  <a:pt x="5062553" y="0"/>
                  <a:pt x="5096871" y="34318"/>
                  <a:pt x="5096871" y="76652"/>
                </a:cubicBezTo>
                <a:lnTo>
                  <a:pt x="5096871" y="3110521"/>
                </a:lnTo>
                <a:cubicBezTo>
                  <a:pt x="5096871" y="3152855"/>
                  <a:pt x="5062553" y="3187173"/>
                  <a:pt x="5020219" y="3187173"/>
                </a:cubicBezTo>
                <a:lnTo>
                  <a:pt x="76652" y="3187173"/>
                </a:lnTo>
                <a:cubicBezTo>
                  <a:pt x="34318" y="3187173"/>
                  <a:pt x="0" y="3152855"/>
                  <a:pt x="0" y="3110521"/>
                </a:cubicBezTo>
                <a:lnTo>
                  <a:pt x="0" y="76652"/>
                </a:lnTo>
                <a:cubicBezTo>
                  <a:pt x="0" y="34318"/>
                  <a:pt x="34318" y="0"/>
                  <a:pt x="76652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70681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DD6B7F-5BA8-F1B9-8FA9-9F41CCE0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Visualizations </a:t>
            </a:r>
          </a:p>
        </p:txBody>
      </p:sp>
      <p:pic>
        <p:nvPicPr>
          <p:cNvPr id="4" name="Content Placeholder 3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4FFEF21-318B-5A0C-63E2-416786176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-2" b="651"/>
          <a:stretch/>
        </p:blipFill>
        <p:spPr bwMode="auto">
          <a:xfrm>
            <a:off x="903111" y="869989"/>
            <a:ext cx="5081571" cy="3965242"/>
          </a:xfrm>
          <a:prstGeom prst="rect">
            <a:avLst/>
          </a:prstGeom>
          <a:noFill/>
        </p:spPr>
      </p:pic>
      <p:pic>
        <p:nvPicPr>
          <p:cNvPr id="5" name="Picture 4" descr="A graph of a flood&#10;&#10;Description automatically generated">
            <a:extLst>
              <a:ext uri="{FF2B5EF4-FFF2-40B4-BE49-F238E27FC236}">
                <a16:creationId xmlns:a16="http://schemas.microsoft.com/office/drawing/2014/main" id="{633FB81B-6F84-7891-205F-CBE7EF94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9" r="-2" b="2337"/>
          <a:stretch/>
        </p:blipFill>
        <p:spPr bwMode="auto">
          <a:xfrm>
            <a:off x="6207318" y="870390"/>
            <a:ext cx="5081571" cy="39116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718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F03D5-3EB7-1DD4-E206-0401DA8C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933" y="3827844"/>
            <a:ext cx="6766405" cy="1168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E"/>
                </a:solidFill>
              </a:rPr>
              <a:t>Visualizations </a:t>
            </a:r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diagram of a box plot&#10;&#10;Description automatically generated">
            <a:extLst>
              <a:ext uri="{FF2B5EF4-FFF2-40B4-BE49-F238E27FC236}">
                <a16:creationId xmlns:a16="http://schemas.microsoft.com/office/drawing/2014/main" id="{00C4FE34-97DD-7020-DBBD-C734DFD96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165" y="2131915"/>
            <a:ext cx="3146891" cy="2462442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</p:spPr>
      </p:pic>
      <p:pic>
        <p:nvPicPr>
          <p:cNvPr id="4" name="Content Placeholder 3" descr="A graph of a flood&#10;&#10;Description automatically generated">
            <a:extLst>
              <a:ext uri="{FF2B5EF4-FFF2-40B4-BE49-F238E27FC236}">
                <a16:creationId xmlns:a16="http://schemas.microsoft.com/office/drawing/2014/main" id="{CFF29317-ECA4-62DB-EEC4-20FDC6923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1980" y="398061"/>
            <a:ext cx="2488039" cy="1959331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  <a:noFill/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box plot&#10;&#10;Description automatically generated">
            <a:extLst>
              <a:ext uri="{FF2B5EF4-FFF2-40B4-BE49-F238E27FC236}">
                <a16:creationId xmlns:a16="http://schemas.microsoft.com/office/drawing/2014/main" id="{03C06972-5BEC-2D05-191B-23D7D1A49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3404" y="611318"/>
            <a:ext cx="2518129" cy="1970436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1372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453324-C6A3-43E4-B553-D28495028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2635EE6-D269-46B5-8431-4D0F084D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4"/>
            <a:ext cx="6252552" cy="6858003"/>
          </a:xfrm>
          <a:custGeom>
            <a:avLst/>
            <a:gdLst>
              <a:gd name="connsiteX0" fmla="*/ 2609706 w 6252552"/>
              <a:gd name="connsiteY0" fmla="*/ 0 h 6858003"/>
              <a:gd name="connsiteX1" fmla="*/ 6252552 w 6252552"/>
              <a:gd name="connsiteY1" fmla="*/ 0 h 6858003"/>
              <a:gd name="connsiteX2" fmla="*/ 6252552 w 6252552"/>
              <a:gd name="connsiteY2" fmla="*/ 6858002 h 6858003"/>
              <a:gd name="connsiteX3" fmla="*/ 6228060 w 6252552"/>
              <a:gd name="connsiteY3" fmla="*/ 6858002 h 6858003"/>
              <a:gd name="connsiteX4" fmla="*/ 6228060 w 6252552"/>
              <a:gd name="connsiteY4" fmla="*/ 6858003 h 6858003"/>
              <a:gd name="connsiteX5" fmla="*/ 0 w 6252552"/>
              <a:gd name="connsiteY5" fmla="*/ 6858003 h 6858003"/>
              <a:gd name="connsiteX6" fmla="*/ 0 w 6252552"/>
              <a:gd name="connsiteY6" fmla="*/ 1 h 6858003"/>
              <a:gd name="connsiteX7" fmla="*/ 2609701 w 6252552"/>
              <a:gd name="connsiteY7" fmla="*/ 1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552" h="6858003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76838-FFB2-5A24-6ED5-7E7C1A1A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5271106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Visualizations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diagram of a box plot&#10;&#10;Description automatically generated">
            <a:extLst>
              <a:ext uri="{FF2B5EF4-FFF2-40B4-BE49-F238E27FC236}">
                <a16:creationId xmlns:a16="http://schemas.microsoft.com/office/drawing/2014/main" id="{8F06A53D-A840-AB5A-8A08-504EC390A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" r="4" b="7743"/>
          <a:stretch/>
        </p:blipFill>
        <p:spPr bwMode="auto">
          <a:xfrm>
            <a:off x="6506375" y="154320"/>
            <a:ext cx="4748648" cy="3348322"/>
          </a:xfrm>
          <a:custGeom>
            <a:avLst/>
            <a:gdLst/>
            <a:ahLst/>
            <a:cxnLst/>
            <a:rect l="l" t="t" r="r" b="b"/>
            <a:pathLst>
              <a:path w="5096871" h="3143436">
                <a:moveTo>
                  <a:pt x="75600" y="0"/>
                </a:moveTo>
                <a:lnTo>
                  <a:pt x="5021271" y="0"/>
                </a:lnTo>
                <a:cubicBezTo>
                  <a:pt x="5063024" y="0"/>
                  <a:pt x="5096871" y="33847"/>
                  <a:pt x="5096871" y="75600"/>
                </a:cubicBezTo>
                <a:lnTo>
                  <a:pt x="5096871" y="3067836"/>
                </a:lnTo>
                <a:cubicBezTo>
                  <a:pt x="5096871" y="3109589"/>
                  <a:pt x="5063024" y="3143436"/>
                  <a:pt x="5021271" y="3143436"/>
                </a:cubicBezTo>
                <a:lnTo>
                  <a:pt x="75600" y="3143436"/>
                </a:lnTo>
                <a:cubicBezTo>
                  <a:pt x="33847" y="3143436"/>
                  <a:pt x="0" y="3109589"/>
                  <a:pt x="0" y="3067836"/>
                </a:cubicBezTo>
                <a:lnTo>
                  <a:pt x="0" y="75600"/>
                </a:lnTo>
                <a:cubicBezTo>
                  <a:pt x="0" y="33847"/>
                  <a:pt x="33847" y="0"/>
                  <a:pt x="75600" y="0"/>
                </a:cubicBezTo>
                <a:close/>
              </a:path>
            </a:pathLst>
          </a:custGeom>
          <a:noFill/>
        </p:spPr>
      </p:pic>
      <p:pic>
        <p:nvPicPr>
          <p:cNvPr id="5" name="Picture 4" descr="A graph showing the difference between flood and flood&#10;&#10;Description automatically generated">
            <a:extLst>
              <a:ext uri="{FF2B5EF4-FFF2-40B4-BE49-F238E27FC236}">
                <a16:creationId xmlns:a16="http://schemas.microsoft.com/office/drawing/2014/main" id="{DAD4D42F-913D-7661-209B-911CF2CFC5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1801"/>
          <a:stretch/>
        </p:blipFill>
        <p:spPr bwMode="auto">
          <a:xfrm>
            <a:off x="6496428" y="3502644"/>
            <a:ext cx="5431801" cy="3187173"/>
          </a:xfrm>
          <a:custGeom>
            <a:avLst/>
            <a:gdLst/>
            <a:ahLst/>
            <a:cxnLst/>
            <a:rect l="l" t="t" r="r" b="b"/>
            <a:pathLst>
              <a:path w="5096871" h="3187173">
                <a:moveTo>
                  <a:pt x="76652" y="0"/>
                </a:moveTo>
                <a:lnTo>
                  <a:pt x="5020219" y="0"/>
                </a:lnTo>
                <a:cubicBezTo>
                  <a:pt x="5062553" y="0"/>
                  <a:pt x="5096871" y="34318"/>
                  <a:pt x="5096871" y="76652"/>
                </a:cubicBezTo>
                <a:lnTo>
                  <a:pt x="5096871" y="3110521"/>
                </a:lnTo>
                <a:cubicBezTo>
                  <a:pt x="5096871" y="3152855"/>
                  <a:pt x="5062553" y="3187173"/>
                  <a:pt x="5020219" y="3187173"/>
                </a:cubicBezTo>
                <a:lnTo>
                  <a:pt x="76652" y="3187173"/>
                </a:lnTo>
                <a:cubicBezTo>
                  <a:pt x="34318" y="3187173"/>
                  <a:pt x="0" y="3152855"/>
                  <a:pt x="0" y="3110521"/>
                </a:cubicBezTo>
                <a:lnTo>
                  <a:pt x="0" y="76652"/>
                </a:lnTo>
                <a:cubicBezTo>
                  <a:pt x="0" y="34318"/>
                  <a:pt x="34318" y="0"/>
                  <a:pt x="76652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14139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E36F3B-5EA3-4859-A8E1-7DB2CD0BF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2635EE6-D269-46B5-8431-4D0F084D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4"/>
            <a:ext cx="6252552" cy="6858003"/>
          </a:xfrm>
          <a:custGeom>
            <a:avLst/>
            <a:gdLst>
              <a:gd name="connsiteX0" fmla="*/ 2609706 w 6252552"/>
              <a:gd name="connsiteY0" fmla="*/ 0 h 6858003"/>
              <a:gd name="connsiteX1" fmla="*/ 6252552 w 6252552"/>
              <a:gd name="connsiteY1" fmla="*/ 0 h 6858003"/>
              <a:gd name="connsiteX2" fmla="*/ 6252552 w 6252552"/>
              <a:gd name="connsiteY2" fmla="*/ 6858002 h 6858003"/>
              <a:gd name="connsiteX3" fmla="*/ 6228060 w 6252552"/>
              <a:gd name="connsiteY3" fmla="*/ 6858002 h 6858003"/>
              <a:gd name="connsiteX4" fmla="*/ 6228060 w 6252552"/>
              <a:gd name="connsiteY4" fmla="*/ 6858003 h 6858003"/>
              <a:gd name="connsiteX5" fmla="*/ 0 w 6252552"/>
              <a:gd name="connsiteY5" fmla="*/ 6858003 h 6858003"/>
              <a:gd name="connsiteX6" fmla="*/ 0 w 6252552"/>
              <a:gd name="connsiteY6" fmla="*/ 1 h 6858003"/>
              <a:gd name="connsiteX7" fmla="*/ 2609701 w 6252552"/>
              <a:gd name="connsiteY7" fmla="*/ 1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552" h="6858003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F4D5E-9F04-CB78-7B5A-B57B36353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5271106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Code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84B7B08-300E-DF92-8599-88277CA68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3169"/>
          <a:stretch/>
        </p:blipFill>
        <p:spPr>
          <a:xfrm>
            <a:off x="6509916" y="143441"/>
            <a:ext cx="5431801" cy="3143436"/>
          </a:xfrm>
          <a:custGeom>
            <a:avLst/>
            <a:gdLst/>
            <a:ahLst/>
            <a:cxnLst/>
            <a:rect l="l" t="t" r="r" b="b"/>
            <a:pathLst>
              <a:path w="5096871" h="3143436">
                <a:moveTo>
                  <a:pt x="75600" y="0"/>
                </a:moveTo>
                <a:lnTo>
                  <a:pt x="5021271" y="0"/>
                </a:lnTo>
                <a:cubicBezTo>
                  <a:pt x="5063024" y="0"/>
                  <a:pt x="5096871" y="33847"/>
                  <a:pt x="5096871" y="75600"/>
                </a:cubicBezTo>
                <a:lnTo>
                  <a:pt x="5096871" y="3067836"/>
                </a:lnTo>
                <a:cubicBezTo>
                  <a:pt x="5096871" y="3109589"/>
                  <a:pt x="5063024" y="3143436"/>
                  <a:pt x="5021271" y="3143436"/>
                </a:cubicBezTo>
                <a:lnTo>
                  <a:pt x="75600" y="3143436"/>
                </a:lnTo>
                <a:cubicBezTo>
                  <a:pt x="33847" y="3143436"/>
                  <a:pt x="0" y="3109589"/>
                  <a:pt x="0" y="3067836"/>
                </a:cubicBezTo>
                <a:lnTo>
                  <a:pt x="0" y="75600"/>
                </a:lnTo>
                <a:cubicBezTo>
                  <a:pt x="0" y="33847"/>
                  <a:pt x="33847" y="0"/>
                  <a:pt x="75600" y="0"/>
                </a:cubicBezTo>
                <a:close/>
              </a:path>
            </a:pathLst>
          </a:custGeom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610E05C-773E-C8AB-A0BF-160AA0B8A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77" r="4" b="4945"/>
          <a:stretch/>
        </p:blipFill>
        <p:spPr>
          <a:xfrm>
            <a:off x="6496428" y="3502644"/>
            <a:ext cx="5431801" cy="3187173"/>
          </a:xfrm>
          <a:custGeom>
            <a:avLst/>
            <a:gdLst/>
            <a:ahLst/>
            <a:cxnLst/>
            <a:rect l="l" t="t" r="r" b="b"/>
            <a:pathLst>
              <a:path w="5096871" h="3187173">
                <a:moveTo>
                  <a:pt x="76652" y="0"/>
                </a:moveTo>
                <a:lnTo>
                  <a:pt x="5020219" y="0"/>
                </a:lnTo>
                <a:cubicBezTo>
                  <a:pt x="5062553" y="0"/>
                  <a:pt x="5096871" y="34318"/>
                  <a:pt x="5096871" y="76652"/>
                </a:cubicBezTo>
                <a:lnTo>
                  <a:pt x="5096871" y="3110521"/>
                </a:lnTo>
                <a:cubicBezTo>
                  <a:pt x="5096871" y="3152855"/>
                  <a:pt x="5062553" y="3187173"/>
                  <a:pt x="5020219" y="3187173"/>
                </a:cubicBezTo>
                <a:lnTo>
                  <a:pt x="76652" y="3187173"/>
                </a:lnTo>
                <a:cubicBezTo>
                  <a:pt x="34318" y="3187173"/>
                  <a:pt x="0" y="3152855"/>
                  <a:pt x="0" y="3110521"/>
                </a:cubicBezTo>
                <a:lnTo>
                  <a:pt x="0" y="76652"/>
                </a:lnTo>
                <a:cubicBezTo>
                  <a:pt x="0" y="34318"/>
                  <a:pt x="34318" y="0"/>
                  <a:pt x="7665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53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ECB5F-BF5A-AE25-2EC8-21CCC454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118" y="3827844"/>
            <a:ext cx="9159765" cy="1168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Deployment Interface </a:t>
            </a:r>
          </a:p>
        </p:txBody>
      </p:sp>
      <p:pic>
        <p:nvPicPr>
          <p:cNvPr id="5" name="Content Placeholder 4" descr="A screenshot of a black screen">
            <a:extLst>
              <a:ext uri="{FF2B5EF4-FFF2-40B4-BE49-F238E27FC236}">
                <a16:creationId xmlns:a16="http://schemas.microsoft.com/office/drawing/2014/main" id="{936E3DD0-363F-628C-CF61-774E07DC1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5" y="1854068"/>
            <a:ext cx="2900004" cy="1587752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5B8DC333-0D94-A2B3-2480-8FBB08324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20" y="1931021"/>
            <a:ext cx="2734477" cy="1510798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54099A62-2EF0-4EF2-BCB8-F6865122D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32285" y="3018980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BE99A40F-91AC-51C0-0E64-9BBDD41D2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638" y="1946279"/>
            <a:ext cx="2753190" cy="151425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CDDA930D-378B-79D5-1D09-18C0FDB98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68" y="1943259"/>
            <a:ext cx="2746481" cy="1510564"/>
          </a:xfrm>
          <a:custGeom>
            <a:avLst/>
            <a:gdLst/>
            <a:ahLst/>
            <a:cxnLst/>
            <a:rect l="l" t="t" r="r" b="b"/>
            <a:pathLst>
              <a:path w="2498961" h="2498961">
                <a:moveTo>
                  <a:pt x="65723" y="0"/>
                </a:moveTo>
                <a:lnTo>
                  <a:pt x="2433238" y="0"/>
                </a:lnTo>
                <a:cubicBezTo>
                  <a:pt x="2469536" y="0"/>
                  <a:pt x="2498961" y="29425"/>
                  <a:pt x="2498961" y="65723"/>
                </a:cubicBezTo>
                <a:lnTo>
                  <a:pt x="2498961" y="2433238"/>
                </a:lnTo>
                <a:cubicBezTo>
                  <a:pt x="2498961" y="2469536"/>
                  <a:pt x="2469536" y="2498961"/>
                  <a:pt x="2433238" y="2498961"/>
                </a:cubicBezTo>
                <a:lnTo>
                  <a:pt x="65723" y="2498961"/>
                </a:lnTo>
                <a:cubicBezTo>
                  <a:pt x="29425" y="2498961"/>
                  <a:pt x="0" y="2469536"/>
                  <a:pt x="0" y="2433238"/>
                </a:cubicBezTo>
                <a:lnTo>
                  <a:pt x="0" y="65723"/>
                </a:lnTo>
                <a:cubicBezTo>
                  <a:pt x="0" y="29425"/>
                  <a:pt x="29425" y="0"/>
                  <a:pt x="65723" y="0"/>
                </a:cubicBezTo>
                <a:close/>
              </a:path>
            </a:pathLst>
          </a:cu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92FEB46-1A09-4F9B-B7AB-32F904116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6986" y="5302485"/>
            <a:ext cx="739429" cy="739429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821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E3759-3697-08A4-4FCD-0AD792627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Problems and limitations </a:t>
            </a:r>
            <a:endParaRPr lang="en-TZ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087A6-9DAF-DBDF-03D6-EEEA73E62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/>
              <a:t>Imbalanced Dataset:</a:t>
            </a:r>
            <a:r>
              <a:rPr lang="en-US" sz="2400"/>
              <a:t> Heavy imbalance between Flood and No Flood instances necessitated the use of under-sampling and over-sampling techniques to balance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/>
              <a:t>Skewed Feature:</a:t>
            </a:r>
            <a:r>
              <a:rPr lang="en-US" sz="2400"/>
              <a:t> The "Rainfall" feature with a narrow value range or skew significantly impacted model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/>
              <a:t>Data Inconsistencies:</a:t>
            </a:r>
            <a:r>
              <a:rPr lang="en-US" sz="2400"/>
              <a:t> High levels of data inconsistencies were observed, leading to biased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/>
              <a:t>Comprehensive Approach:</a:t>
            </a:r>
            <a:r>
              <a:rPr lang="en-US" sz="2400"/>
              <a:t> Hyperparameter tuning, feature importance analysis, model selection, data splitting, preprocessing, and appropriate evaluation metrics were applied to finalize the deployment of the framework.</a:t>
            </a:r>
          </a:p>
          <a:p>
            <a:endParaRPr lang="en-TZ" sz="2400"/>
          </a:p>
        </p:txBody>
      </p:sp>
    </p:spTree>
    <p:extLst>
      <p:ext uri="{BB962C8B-B14F-4D97-AF65-F5344CB8AC3E}">
        <p14:creationId xmlns:p14="http://schemas.microsoft.com/office/powerpoint/2010/main" val="2838443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C56E3-2606-0AC5-B29A-070F39D7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Future enhancements </a:t>
            </a:r>
            <a:endParaRPr lang="en-TZ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9B858-8631-D443-3CE6-F464DBC34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Enable real-time data integration for up-to-the-minute flood predictions.</a:t>
            </a:r>
          </a:p>
          <a:p>
            <a:r>
              <a:rPr lang="en-US" dirty="0"/>
              <a:t>Enhance feature engineering and selection techniques.</a:t>
            </a:r>
          </a:p>
          <a:p>
            <a:r>
              <a:rPr lang="en-US" dirty="0"/>
              <a:t>Implement ensemble models for prediction accuracy.</a:t>
            </a:r>
          </a:p>
          <a:p>
            <a:r>
              <a:rPr lang="en-US" dirty="0"/>
              <a:t>Experiment with deep learning, including CNNs and RNNs.</a:t>
            </a:r>
          </a:p>
          <a:p>
            <a:r>
              <a:rPr lang="en-US" dirty="0"/>
              <a:t>Engage communities for data collection and validation.</a:t>
            </a:r>
          </a:p>
          <a:p>
            <a:r>
              <a:rPr lang="en-US" dirty="0"/>
              <a:t>Integrate with disaster management systems.</a:t>
            </a:r>
          </a:p>
          <a:p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36600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9455E-4C5E-95BA-66E2-EC375617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/>
              <a:t>Conclusion </a:t>
            </a:r>
            <a:endParaRPr lang="en-TZ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3A4CDB53-F840-975D-DC14-8C399F4CC1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555848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8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200D4-68AA-8344-00FF-913EC855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 and Answers time!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58FD-C8B1-D4F7-6A2B-2B60C092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 &amp; A</a:t>
            </a: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05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706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Office Theme</vt:lpstr>
      <vt:lpstr>Flood prediction using machine learning</vt:lpstr>
      <vt:lpstr> Problem statement</vt:lpstr>
      <vt:lpstr>Aim</vt:lpstr>
      <vt:lpstr>Objectives </vt:lpstr>
      <vt:lpstr>Functionalities </vt:lpstr>
      <vt:lpstr>Domain Research </vt:lpstr>
      <vt:lpstr>Technical Research </vt:lpstr>
      <vt:lpstr>Observations </vt:lpstr>
      <vt:lpstr>Visualizations</vt:lpstr>
      <vt:lpstr>Visualizations </vt:lpstr>
      <vt:lpstr>Visualizations </vt:lpstr>
      <vt:lpstr>Visualizations </vt:lpstr>
      <vt:lpstr>Deployment Code</vt:lpstr>
      <vt:lpstr>Deployment Interface </vt:lpstr>
      <vt:lpstr>Problems and limitations </vt:lpstr>
      <vt:lpstr>Future enhancements </vt:lpstr>
      <vt:lpstr>Conclusion </vt:lpstr>
      <vt:lpstr>Questions and Answers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prediction using machine learning</dc:title>
  <dc:creator>SHIV KIRTI SOLANKI</dc:creator>
  <cp:lastModifiedBy>SHIV KIRTI SOLANKI</cp:lastModifiedBy>
  <cp:revision>6</cp:revision>
  <dcterms:created xsi:type="dcterms:W3CDTF">2023-09-15T09:03:28Z</dcterms:created>
  <dcterms:modified xsi:type="dcterms:W3CDTF">2023-09-18T11:41:28Z</dcterms:modified>
</cp:coreProperties>
</file>